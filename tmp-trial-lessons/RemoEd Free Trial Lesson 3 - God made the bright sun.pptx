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png" ContentType="image/png"/>
  <Default Extension="fntdata" ContentType="application/x-fontdata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unito 1 Bold" panose="00000000000000000000" charset="1"/>
      <p:regular r:id="rId18"/>
    </p:embeddedFont>
    <p:embeddedFont>
      <p:font typeface="Fredoka" panose="02000000000000000000" charset="1"/>
      <p:regular r:id="rId19"/>
    </p:embeddedFont>
    <p:embeddedFont>
      <p:font typeface="Nunito 2 Bold" panose="00000800000000000000" charset="1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font" Target="/ppt/fonts/font18.fntdata" Id="rId18" /><Relationship Type="http://schemas.openxmlformats.org/officeDocument/2006/relationships/font" Target="/ppt/fonts/font19.fntdata" Id="rId19" /><Relationship Type="http://schemas.openxmlformats.org/officeDocument/2006/relationships/presProps" Target="/ppt/presProps.xml" Id="rId2" /><Relationship Type="http://schemas.openxmlformats.org/officeDocument/2006/relationships/font" Target="/ppt/fonts/font20.fntdata" Id="rId20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jpeg" Id="rId2" /><Relationship Type="http://schemas.openxmlformats.org/officeDocument/2006/relationships/image" Target="/ppt/media/image2.jpe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2" /><Relationship Type="http://schemas.openxmlformats.org/officeDocument/2006/relationships/image" Target="/ppt/media/image2.jpe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2" /><Relationship Type="http://schemas.openxmlformats.org/officeDocument/2006/relationships/image" Target="/ppt/media/image2.jpe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.jpeg" Id="rId2" /><Relationship Type="http://schemas.openxmlformats.org/officeDocument/2006/relationships/image" Target="/ppt/media/image2.jpe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jpeg" Id="rId2" /><Relationship Type="http://schemas.openxmlformats.org/officeDocument/2006/relationships/image" Target="/ppt/media/image2.jpeg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7.jpeg" Id="rId2" /><Relationship Type="http://schemas.openxmlformats.org/officeDocument/2006/relationships/image" Target="/ppt/media/image2.jpe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8.png" Id="rId2" /><Relationship Type="http://schemas.openxmlformats.org/officeDocument/2006/relationships/image" Target="/ppt/media/image9.png" Id="rId3" /><Relationship Type="http://schemas.openxmlformats.org/officeDocument/2006/relationships/image" Target="/ppt/media/image10.png" Id="rId4" /><Relationship Type="http://schemas.openxmlformats.org/officeDocument/2006/relationships/image" Target="/ppt/media/image11.png" Id="rId5" /><Relationship Type="http://schemas.openxmlformats.org/officeDocument/2006/relationships/image" Target="/ppt/media/image12.png" Id="rId6" /><Relationship Type="http://schemas.openxmlformats.org/officeDocument/2006/relationships/image" Target="/ppt/media/image13.png" Id="rId7" /><Relationship Type="http://schemas.openxmlformats.org/officeDocument/2006/relationships/image" Target="/ppt/media/image14.png" Id="rI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5.jpeg" Id="rId2" /><Relationship Type="http://schemas.openxmlformats.org/officeDocument/2006/relationships/image" Target="/ppt/media/image2.jpe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6.jpeg" Id="rId2" /><Relationship Type="http://schemas.openxmlformats.org/officeDocument/2006/relationships/image" Target="/ppt/media/image2.jpe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7.jpeg" Id="rId2" /><Relationship Type="http://schemas.openxmlformats.org/officeDocument/2006/relationships/image" Target="/ppt/media/image2.jpe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8.jpeg" Id="rId2" /><Relationship Type="http://schemas.openxmlformats.org/officeDocument/2006/relationships/image" Target="/ppt/media/image2.jpeg" Id="rI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9.jpeg" Id="rId2" /><Relationship Type="http://schemas.openxmlformats.org/officeDocument/2006/relationships/image" Target="/ppt/media/image2.jpeg" Id="rId3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Wave hello • Point to your friends • Cup your ear and listen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7255" y="400050"/>
            <a:ext cx="1607209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LESSON 3 - GOD MADE THE BRIGHT SUN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1  / 13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3949" y="504825"/>
            <a:ext cx="5127482" cy="1952625"/>
            <a:chOff x="0" y="0"/>
            <a:chExt cx="6836642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836642" cy="2603500"/>
              <a:chOff x="0" y="0"/>
              <a:chExt cx="6836642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836642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6836642">
                    <a:moveTo>
                      <a:pt x="0" y="0"/>
                    </a:moveTo>
                    <a:lnTo>
                      <a:pt x="6836642" y="0"/>
                    </a:lnTo>
                    <a:lnTo>
                      <a:pt x="6836642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836642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88332" y="250825"/>
              <a:ext cx="5859979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MEET THE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41832" y="1012825"/>
              <a:ext cx="6152978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Sun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Point up • Say “Sun” • Cover your eyes playfully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2  / 13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3256" y="428625"/>
            <a:ext cx="3866488" cy="1952625"/>
            <a:chOff x="0" y="0"/>
            <a:chExt cx="5155318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155318" cy="2603500"/>
              <a:chOff x="0" y="0"/>
              <a:chExt cx="5155318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155317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5155317">
                    <a:moveTo>
                      <a:pt x="0" y="0"/>
                    </a:moveTo>
                    <a:lnTo>
                      <a:pt x="5155317" y="0"/>
                    </a:lnTo>
                    <a:lnTo>
                      <a:pt x="5155317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155318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68237" y="250825"/>
              <a:ext cx="4418844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THE BLUE SKY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57766" y="1012825"/>
              <a:ext cx="4639786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Sky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The sun is in the sky.  Sweep your arms wide overhead!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3  / 13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8194" y="561668"/>
            <a:ext cx="6875174" cy="1952625"/>
            <a:chOff x="0" y="0"/>
            <a:chExt cx="9166899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166899" cy="2603500"/>
              <a:chOff x="0" y="0"/>
              <a:chExt cx="9166899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166899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9166899">
                    <a:moveTo>
                      <a:pt x="0" y="0"/>
                    </a:moveTo>
                    <a:lnTo>
                      <a:pt x="9166899" y="0"/>
                    </a:lnTo>
                    <a:lnTo>
                      <a:pt x="9166899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9166899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54778" y="250825"/>
              <a:ext cx="7857342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LET’S MOVE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58345" y="1012825"/>
              <a:ext cx="8250209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Up, up, up!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Point down, then point UP • Say it together!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4  / 13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0930" y="628036"/>
            <a:ext cx="6388475" cy="1952625"/>
            <a:chOff x="0" y="0"/>
            <a:chExt cx="8517967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517967" cy="2603500"/>
              <a:chOff x="0" y="0"/>
              <a:chExt cx="8517967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517967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8517967">
                    <a:moveTo>
                      <a:pt x="0" y="0"/>
                    </a:moveTo>
                    <a:lnTo>
                      <a:pt x="8517967" y="0"/>
                    </a:lnTo>
                    <a:lnTo>
                      <a:pt x="8517967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517967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08426" y="250825"/>
              <a:ext cx="7301114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FEEL THE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25898" y="1012825"/>
              <a:ext cx="7666170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Warm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Hug and rub your arms gently • Say “Warm”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5  / 13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6500" y="495300"/>
            <a:ext cx="13335000" cy="1952625"/>
            <a:chOff x="0" y="0"/>
            <a:chExt cx="17780000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780000" cy="2603500"/>
              <a:chOff x="0" y="0"/>
              <a:chExt cx="17780000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80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80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70000" y="250825"/>
              <a:ext cx="1524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GOD’S WONDERFUL WORLD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89000" y="1012825"/>
              <a:ext cx="16002000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God made the sun.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Point up with wonder • Say the sentence together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6  / 13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550" y="2571750"/>
            <a:ext cx="6762750" cy="7715250"/>
          </a:xfrm>
          <a:custGeom>
            <a:avLst/>
            <a:gdLst/>
            <a:ahLst/>
            <a:cxnLst/>
            <a:rect r="r" b="b" t="t" l="l"/>
            <a:pathLst>
              <a:path h="7715250" w="6762750">
                <a:moveTo>
                  <a:pt x="0" y="0"/>
                </a:moveTo>
                <a:lnTo>
                  <a:pt x="6762750" y="0"/>
                </a:lnTo>
                <a:lnTo>
                  <a:pt x="6762750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6775" y="2781300"/>
            <a:ext cx="7848600" cy="7296150"/>
          </a:xfrm>
          <a:custGeom>
            <a:avLst/>
            <a:gdLst/>
            <a:ahLst/>
            <a:cxnLst/>
            <a:rect r="r" b="b" t="t" l="l"/>
            <a:pathLst>
              <a:path h="7296150" w="7848600">
                <a:moveTo>
                  <a:pt x="0" y="0"/>
                </a:moveTo>
                <a:lnTo>
                  <a:pt x="7848600" y="0"/>
                </a:lnTo>
                <a:lnTo>
                  <a:pt x="7848600" y="7296150"/>
                </a:lnTo>
                <a:lnTo>
                  <a:pt x="0" y="7296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90775" y="428625"/>
            <a:ext cx="13506450" cy="2143125"/>
          </a:xfrm>
          <a:custGeom>
            <a:avLst/>
            <a:gdLst/>
            <a:ahLst/>
            <a:cxnLst/>
            <a:rect r="r" b="b" t="t" l="l"/>
            <a:pathLst>
              <a:path h="2143125" w="13506450">
                <a:moveTo>
                  <a:pt x="0" y="0"/>
                </a:moveTo>
                <a:lnTo>
                  <a:pt x="13506450" y="0"/>
                </a:lnTo>
                <a:lnTo>
                  <a:pt x="13506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4144" y="1335729"/>
            <a:ext cx="6839712" cy="90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6874">
                <a:solidFill>
                  <a:srgbClr val="13426F"/>
                </a:solidFill>
                <a:latin typeface="Fredoka"/>
                <a:ea typeface="Fredoka"/>
                <a:cs typeface="Fredoka"/>
                <a:sym typeface="Fredoka"/>
              </a:rPr>
              <a:t>Thank you, God!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87700" y="209550"/>
            <a:ext cx="1752600" cy="647700"/>
          </a:xfrm>
          <a:custGeom>
            <a:avLst/>
            <a:gdLst/>
            <a:ahLst/>
            <a:cxnLst/>
            <a:rect r="r" b="b" t="t" l="l"/>
            <a:pathLst>
              <a:path h="647700" w="17526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349472" y="408140"/>
            <a:ext cx="768096" cy="2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2017" b="true">
                <a:solidFill>
                  <a:srgbClr val="FFFFFF"/>
                </a:solidFill>
                <a:latin typeface="Nunito 2 Bold"/>
                <a:ea typeface="Nunito 2 Bold"/>
                <a:cs typeface="Nunito 2 Bold"/>
                <a:sym typeface="Nunito 2 Bold"/>
              </a:rPr>
              <a:t>7 / 13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390775" y="7715250"/>
            <a:ext cx="13506450" cy="1285875"/>
          </a:xfrm>
          <a:custGeom>
            <a:avLst/>
            <a:gdLst/>
            <a:ahLst/>
            <a:cxnLst/>
            <a:rect r="r" b="b" t="t" l="l"/>
            <a:pathLst>
              <a:path h="1285875" w="13506450">
                <a:moveTo>
                  <a:pt x="0" y="0"/>
                </a:moveTo>
                <a:lnTo>
                  <a:pt x="13506450" y="0"/>
                </a:lnTo>
                <a:lnTo>
                  <a:pt x="13506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80176" y="8297681"/>
            <a:ext cx="6309360" cy="282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2124" b="true">
                <a:solidFill>
                  <a:srgbClr val="13426F"/>
                </a:solidFill>
                <a:latin typeface="Nunito 2 Bold"/>
                <a:ea typeface="Nunito 2 Bold"/>
                <a:cs typeface="Nunito 2 Bold"/>
                <a:sym typeface="Nunito 2 Bold"/>
              </a:rPr>
              <a:t>Hands on your heart • Clap gently • Say thank you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973550" y="9210675"/>
            <a:ext cx="1104900" cy="866775"/>
          </a:xfrm>
          <a:custGeom>
            <a:avLst/>
            <a:gdLst/>
            <a:ahLst/>
            <a:cxnLst/>
            <a:rect r="r" b="b" t="t" l="l"/>
            <a:pathLst>
              <a:path h="866775" w="1104900">
                <a:moveTo>
                  <a:pt x="0" y="0"/>
                </a:moveTo>
                <a:lnTo>
                  <a:pt x="1104900" y="0"/>
                </a:lnTo>
                <a:lnTo>
                  <a:pt x="11049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026896" y="9839673"/>
            <a:ext cx="2724912" cy="20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2"/>
              </a:lnSpc>
            </a:pPr>
            <a:r>
              <a:rPr lang="en-US" b="true" sz="1592" spc="79">
                <a:solidFill>
                  <a:srgbClr val="FFFFFF"/>
                </a:solidFill>
                <a:latin typeface="Nunito 2 Bold"/>
                <a:ea typeface="Nunito 2 Bold"/>
                <a:cs typeface="Nunito 2 Bold"/>
                <a:sym typeface="Nunito 2 Bold"/>
              </a:rPr>
              <a:t>LITTLE SEEDS!  MONTH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28432" y="746796"/>
            <a:ext cx="2231136" cy="20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</a:pPr>
            <a:r>
              <a:rPr lang="en-US" b="true" sz="1557" spc="77">
                <a:solidFill>
                  <a:srgbClr val="0080C2"/>
                </a:solidFill>
                <a:latin typeface="Nunito 2 Bold"/>
                <a:ea typeface="Nunito 2 Bold"/>
                <a:cs typeface="Nunito 2 Bold"/>
                <a:sym typeface="Nunito 2 Bold"/>
              </a:rPr>
              <a:t>A THANKFUL HEART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63872" y="9789224"/>
            <a:ext cx="694944" cy="1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9"/>
              </a:lnSpc>
            </a:pPr>
            <a:r>
              <a:rPr lang="en-US" sz="989" b="true">
                <a:solidFill>
                  <a:srgbClr val="0080C2"/>
                </a:solidFill>
                <a:latin typeface="Nunito 2 Bold"/>
                <a:ea typeface="Nunito 2 Bold"/>
                <a:cs typeface="Nunito 2 Bold"/>
                <a:sym typeface="Nunito 2 Bold"/>
              </a:rPr>
              <a:t>RemovalPH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6500" y="495300"/>
            <a:ext cx="13335000" cy="1952625"/>
            <a:chOff x="0" y="0"/>
            <a:chExt cx="17780000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780000" cy="2603500"/>
              <a:chOff x="0" y="0"/>
              <a:chExt cx="17780000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80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80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70000" y="250825"/>
              <a:ext cx="1524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SUNSHINE GAME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89000" y="1012825"/>
              <a:ext cx="16002000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Where is the sun?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Touch the sun!  Great looking!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737437" y="9623804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000000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8  / 13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6500" y="495300"/>
            <a:ext cx="13335000" cy="1952625"/>
            <a:chOff x="0" y="0"/>
            <a:chExt cx="17780000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780000" cy="2603500"/>
              <a:chOff x="0" y="0"/>
              <a:chExt cx="17780000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80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80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70000" y="250825"/>
              <a:ext cx="1524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LOOK &amp; CHOOSE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89000" y="1012825"/>
              <a:ext cx="16002000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Sun or Apple?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Touch the apple • Now touch the sun • Well done!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000000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9  / 13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6500" y="495300"/>
            <a:ext cx="13335000" cy="1952625"/>
            <a:chOff x="0" y="0"/>
            <a:chExt cx="17780000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780000" cy="2603500"/>
              <a:chOff x="0" y="0"/>
              <a:chExt cx="17780000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80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80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70000" y="250825"/>
              <a:ext cx="1524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REAL WORLD CONNECTION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89000" y="1012825"/>
              <a:ext cx="16002000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Look outside!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Can you find the sky and sun?  Point up!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6  / 13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429000" y="495300"/>
            <a:ext cx="12382500" cy="2381250"/>
            <a:chOff x="0" y="0"/>
            <a:chExt cx="16510000" cy="3175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039446" y="0"/>
              <a:ext cx="12470554" cy="3175000"/>
              <a:chOff x="0" y="0"/>
              <a:chExt cx="12470554" cy="3175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470554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2470554">
                    <a:moveTo>
                      <a:pt x="0" y="0"/>
                    </a:moveTo>
                    <a:lnTo>
                      <a:pt x="12470554" y="0"/>
                    </a:lnTo>
                    <a:lnTo>
                      <a:pt x="12470554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2470554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250825"/>
              <a:ext cx="1524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LET’S REMEMBER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887067" y="619125"/>
              <a:ext cx="10899033" cy="24486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Sun.  Sky.</a:t>
              </a:r>
            </a:p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God made the sun.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Point • Say each word • Celebrate what you learned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11  / 13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3949" y="504825"/>
            <a:ext cx="5680549" cy="1952625"/>
            <a:chOff x="0" y="0"/>
            <a:chExt cx="7574065" cy="2603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574065" cy="2603500"/>
              <a:chOff x="0" y="0"/>
              <a:chExt cx="7574065" cy="260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574065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7574065">
                    <a:moveTo>
                      <a:pt x="0" y="0"/>
                    </a:moveTo>
                    <a:lnTo>
                      <a:pt x="7574065" y="0"/>
                    </a:lnTo>
                    <a:lnTo>
                      <a:pt x="7574065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AF0">
                  <a:alpha val="8431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7574065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41005" y="250825"/>
              <a:ext cx="6492056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b="true" sz="1500" spc="120">
                  <a:solidFill>
                    <a:srgbClr val="1676A5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SUNSHINE POINT EARNED!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78703" y="1012825"/>
              <a:ext cx="6816659" cy="126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8"/>
                </a:lnSpc>
              </a:pPr>
              <a:r>
                <a:rPr lang="en-US" sz="6900">
                  <a:solidFill>
                    <a:srgbClr val="16405B">
                      <a:alpha val="89804"/>
                    </a:srgbClr>
                  </a:solidFill>
                  <a:latin typeface="Fredoka"/>
                  <a:ea typeface="Fredoka"/>
                  <a:cs typeface="Fredoka"/>
                  <a:sym typeface="Fredoka"/>
                </a:rPr>
                <a:t>Goodbye!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6500" y="7924800"/>
            <a:ext cx="13335000" cy="1000125"/>
            <a:chOff x="0" y="0"/>
            <a:chExt cx="17780000" cy="1333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1333500"/>
              <a:chOff x="0" y="0"/>
              <a:chExt cx="177800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>
                  <a:alpha val="8549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780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57200"/>
              <a:ext cx="1676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405B">
                      <a:alpha val="89804"/>
                    </a:srgbClr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Our little garden grows • Wave goodbye, Little Seed!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01325" y="9623804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1 Bold"/>
                <a:ea typeface="Nunito 1 Bold"/>
                <a:cs typeface="Nunito 1 Bold"/>
                <a:sym typeface="Nunito 1 Bold"/>
              </a:rPr>
              <a:t>LITTLE SEEDS!  MONTH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05000" cy="685800"/>
              <a:chOff x="0" y="0"/>
              <a:chExt cx="1905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1 Bold"/>
                  <a:ea typeface="Nunito 1 Bold"/>
                  <a:cs typeface="Nunito 1 Bold"/>
                  <a:sym typeface="Nunito 1 Bold"/>
                </a:rPr>
                <a:t>6  / 13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DAHT1RYNmyA</dc:identifier>
  <dcterms:modified xsi:type="dcterms:W3CDTF">2011-08-01T06:04:30Z</dcterms:modified>
  <cp:revision>1</cp:revision>
  <dc:title>RemoEd L1M1 Lesson 3</dc:title>
</cp:coreProperties>
</file>