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Fredoka" charset="1" panose="02000000000000000000"/>
      <p:regular r:id="rId19"/>
    </p:embeddedFont>
    <p:embeddedFont>
      <p:font typeface="Nunito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458428" y="3143250"/>
            <a:ext cx="7239000" cy="4000500"/>
            <a:chOff x="0" y="0"/>
            <a:chExt cx="9652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12800"/>
              <a:ext cx="8229600" cy="2618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23"/>
                </a:lnSpc>
              </a:pPr>
              <a:r>
                <a:rPr lang="en-US" sz="7575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It’s Review Time!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3829703"/>
              <a:ext cx="82296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Let’s remember what we learned!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3350" y="657225"/>
            <a:ext cx="14602832" cy="742950"/>
            <a:chOff x="0" y="0"/>
            <a:chExt cx="19470443" cy="9906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473268" cy="279400"/>
              <a:chOff x="0" y="0"/>
              <a:chExt cx="473268" cy="279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473268" cy="279400"/>
              </a:xfrm>
              <a:custGeom>
                <a:avLst/>
                <a:gdLst/>
                <a:ahLst/>
                <a:cxnLst/>
                <a:rect r="r" b="b" t="t" l="l"/>
                <a:pathLst>
                  <a:path h="279400" w="473268">
                    <a:moveTo>
                      <a:pt x="236634" y="0"/>
                    </a:moveTo>
                    <a:cubicBezTo>
                      <a:pt x="367324" y="0"/>
                      <a:pt x="473268" y="62546"/>
                      <a:pt x="473268" y="139700"/>
                    </a:cubicBezTo>
                    <a:cubicBezTo>
                      <a:pt x="473268" y="216854"/>
                      <a:pt x="367324" y="279400"/>
                      <a:pt x="236634" y="279400"/>
                    </a:cubicBezTo>
                    <a:cubicBezTo>
                      <a:pt x="105945" y="279400"/>
                      <a:pt x="0" y="216854"/>
                      <a:pt x="0" y="139700"/>
                    </a:cubicBezTo>
                    <a:cubicBezTo>
                      <a:pt x="0" y="62546"/>
                      <a:pt x="105945" y="0"/>
                      <a:pt x="236634" y="0"/>
                    </a:cubicBez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731415" y="-9525"/>
              <a:ext cx="18739028" cy="10001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299"/>
                </a:lnSpc>
              </a:pPr>
              <a:r>
                <a:rPr lang="en-US" sz="4500" spc="359">
                  <a:solidFill>
                    <a:srgbClr val="000000"/>
                  </a:solidFill>
                  <a:latin typeface="Fredoka"/>
                  <a:ea typeface="Fredoka"/>
                  <a:cs typeface="Fredoka"/>
                  <a:sym typeface="Fredoka"/>
                </a:rPr>
                <a:t>LESSON 5 - RED HUNT AND WEEK 1 REVIEW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601325" y="247650"/>
            <a:ext cx="7465183" cy="9817858"/>
            <a:chOff x="0" y="0"/>
            <a:chExt cx="9953577" cy="1309047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8877300" y="12014200"/>
              <a:ext cx="1076277" cy="1076277"/>
            </a:xfrm>
            <a:custGeom>
              <a:avLst/>
              <a:gdLst/>
              <a:ahLst/>
              <a:cxnLst/>
              <a:rect r="r" b="b" t="t" l="l"/>
              <a:pathLst>
                <a:path h="1076277" w="1076277">
                  <a:moveTo>
                    <a:pt x="0" y="0"/>
                  </a:moveTo>
                  <a:lnTo>
                    <a:pt x="1076277" y="0"/>
                  </a:lnTo>
                  <a:lnTo>
                    <a:pt x="1076277" y="1076277"/>
                  </a:lnTo>
                  <a:lnTo>
                    <a:pt x="0" y="10762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 rot="0">
              <a:off x="0" y="12727257"/>
              <a:ext cx="8255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310"/>
                </a:lnSpc>
              </a:pPr>
              <a:r>
                <a:rPr lang="en-US" b="true" sz="1650" spc="66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LITTLE SEEDS!  MONTH 1</a:t>
              </a:r>
            </a:p>
          </p:txBody>
        </p:sp>
        <p:grpSp>
          <p:nvGrpSpPr>
            <p:cNvPr name="Group 19" id="19"/>
            <p:cNvGrpSpPr/>
            <p:nvPr/>
          </p:nvGrpSpPr>
          <p:grpSpPr>
            <a:xfrm rot="0">
              <a:off x="7302500" y="0"/>
              <a:ext cx="1905000" cy="685800"/>
              <a:chOff x="0" y="0"/>
              <a:chExt cx="1905000" cy="6858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905000" cy="685800"/>
              </a:xfrm>
              <a:custGeom>
                <a:avLst/>
                <a:gdLst/>
                <a:ahLst/>
                <a:cxnLst/>
                <a:rect r="r" b="b" t="t" l="l"/>
                <a:pathLst>
                  <a:path h="685800" w="1905000">
                    <a:moveTo>
                      <a:pt x="152400" y="0"/>
                    </a:moveTo>
                    <a:lnTo>
                      <a:pt x="1752600" y="0"/>
                    </a:lnTo>
                    <a:cubicBezTo>
                      <a:pt x="1836768" y="0"/>
                      <a:pt x="1905000" y="24563"/>
                      <a:pt x="1905000" y="54864"/>
                    </a:cubicBezTo>
                    <a:lnTo>
                      <a:pt x="1905000" y="630936"/>
                    </a:lnTo>
                    <a:cubicBezTo>
                      <a:pt x="1905000" y="661237"/>
                      <a:pt x="1836768" y="685800"/>
                      <a:pt x="1752600" y="685800"/>
                    </a:cubicBezTo>
                    <a:lnTo>
                      <a:pt x="152400" y="685800"/>
                    </a:lnTo>
                    <a:cubicBezTo>
                      <a:pt x="68232" y="685800"/>
                      <a:pt x="0" y="661237"/>
                      <a:pt x="0" y="630936"/>
                    </a:cubicBezTo>
                    <a:lnTo>
                      <a:pt x="0" y="54864"/>
                    </a:lnTo>
                    <a:cubicBezTo>
                      <a:pt x="0" y="24563"/>
                      <a:pt x="68232" y="0"/>
                      <a:pt x="152400" y="0"/>
                    </a:cubicBezTo>
                    <a:close/>
                  </a:path>
                </a:pathLst>
              </a:custGeom>
              <a:solidFill>
                <a:srgbClr val="FF914D">
                  <a:alpha val="93725"/>
                </a:srgbClr>
              </a:solidFill>
              <a:ln cap="sq">
                <a:noFill/>
                <a:prstDash val="solid"/>
                <a:miter/>
              </a:ln>
            </p:spPr>
          </p:sp>
        </p:grpSp>
        <p:sp>
          <p:nvSpPr>
            <p:cNvPr name="TextBox 21" id="21"/>
            <p:cNvSpPr txBox="true"/>
            <p:nvPr/>
          </p:nvSpPr>
          <p:spPr>
            <a:xfrm rot="0">
              <a:off x="7327900" y="104775"/>
              <a:ext cx="1778000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25"/>
                </a:lnSpc>
              </a:pPr>
              <a:r>
                <a:rPr lang="en-US" sz="1875" b="true">
                  <a:solidFill>
                    <a:srgbClr val="FFFFFF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1  / 13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2238375"/>
            <a:ext cx="7562850" cy="4000500"/>
            <a:chOff x="0" y="0"/>
            <a:chExt cx="100838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83800" cy="5334000"/>
              <a:chOff x="0" y="0"/>
              <a:chExt cx="100838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838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083800">
                    <a:moveTo>
                      <a:pt x="0" y="0"/>
                    </a:moveTo>
                    <a:lnTo>
                      <a:pt x="10083800" y="0"/>
                    </a:lnTo>
                    <a:lnTo>
                      <a:pt x="100838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838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661400" cy="152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ED3F3C"/>
                  </a:solidFill>
                  <a:latin typeface="Fredoka"/>
                  <a:ea typeface="Fredoka"/>
                  <a:cs typeface="Fredoka"/>
                  <a:sym typeface="Fredoka"/>
                </a:rPr>
                <a:t>Red.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729103"/>
              <a:ext cx="86614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Look. Point. Say: RED!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69937" y="314325"/>
            <a:ext cx="635340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2  / 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" y="2238375"/>
            <a:ext cx="7239000" cy="4000500"/>
            <a:chOff x="0" y="0"/>
            <a:chExt cx="9652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229600" cy="152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ED3F3C"/>
                  </a:solidFill>
                  <a:latin typeface="Fredoka"/>
                  <a:ea typeface="Fredoka"/>
                  <a:cs typeface="Fredoka"/>
                  <a:sym typeface="Fredoka"/>
                </a:rPr>
                <a:t>Apple.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729103"/>
              <a:ext cx="82296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 red apple. Say: APPLE!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567690"/>
            <a:ext cx="7748728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3  / 13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" y="2238375"/>
            <a:ext cx="7239000" cy="4000500"/>
            <a:chOff x="0" y="0"/>
            <a:chExt cx="9652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C9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229600" cy="152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Sun.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729103"/>
              <a:ext cx="82296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A bright sun. Say: SUN!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567690"/>
            <a:ext cx="6955307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4  / 13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1428750"/>
            <a:ext cx="7562850" cy="4000500"/>
            <a:chOff x="0" y="0"/>
            <a:chExt cx="100838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83800" cy="5334000"/>
              <a:chOff x="0" y="0"/>
              <a:chExt cx="100838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838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083800">
                    <a:moveTo>
                      <a:pt x="0" y="0"/>
                    </a:moveTo>
                    <a:lnTo>
                      <a:pt x="10083800" y="0"/>
                    </a:lnTo>
                    <a:lnTo>
                      <a:pt x="100838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838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661400" cy="152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ED3F3C"/>
                  </a:solidFill>
                  <a:latin typeface="Fredoka"/>
                  <a:ea typeface="Fredoka"/>
                  <a:cs typeface="Fredoka"/>
                  <a:sym typeface="Fredoka"/>
                </a:rPr>
                <a:t>Find Red!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729103"/>
              <a:ext cx="86614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Can you touch the red toy?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480550" y="457200"/>
            <a:ext cx="7475135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5  / 13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" y="2238375"/>
            <a:ext cx="7239000" cy="4000500"/>
            <a:chOff x="0" y="0"/>
            <a:chExt cx="9652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229600" cy="2910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Catch the apple!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4113403"/>
              <a:ext cx="82296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Pretend to catch it in your basket!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717418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6  / 13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2238375"/>
            <a:ext cx="7562850" cy="4000500"/>
            <a:chOff x="0" y="0"/>
            <a:chExt cx="100838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83800" cy="5334000"/>
              <a:chOff x="0" y="0"/>
              <a:chExt cx="100838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838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083800">
                    <a:moveTo>
                      <a:pt x="0" y="0"/>
                    </a:moveTo>
                    <a:lnTo>
                      <a:pt x="10083800" y="0"/>
                    </a:lnTo>
                    <a:lnTo>
                      <a:pt x="100838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838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C9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661400" cy="2910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Big and Small.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4113403"/>
              <a:ext cx="86614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Make a BIG sun. Make a small apple.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7283619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7  / 13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2238375"/>
            <a:ext cx="7562850" cy="4000500"/>
            <a:chOff x="0" y="0"/>
            <a:chExt cx="100838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83800" cy="5334000"/>
              <a:chOff x="0" y="0"/>
              <a:chExt cx="100838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838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083800">
                    <a:moveTo>
                      <a:pt x="0" y="0"/>
                    </a:moveTo>
                    <a:lnTo>
                      <a:pt x="10083800" y="0"/>
                    </a:lnTo>
                    <a:lnTo>
                      <a:pt x="100838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838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59B8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661400" cy="2910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Gentle hands.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4113403"/>
              <a:ext cx="86614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We care for plants and trees.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546918" y="457200"/>
            <a:ext cx="755721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8  / 13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" y="2238375"/>
            <a:ext cx="7239000" cy="4000500"/>
            <a:chOff x="0" y="0"/>
            <a:chExt cx="9652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C94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229600" cy="2910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God made our world.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4113403"/>
              <a:ext cx="82296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Thank you, God, for colors and light.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7174182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9  / 13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2238375"/>
            <a:ext cx="7562850" cy="4000500"/>
            <a:chOff x="0" y="0"/>
            <a:chExt cx="100838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83800" cy="5334000"/>
              <a:chOff x="0" y="0"/>
              <a:chExt cx="100838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838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083800">
                    <a:moveTo>
                      <a:pt x="0" y="0"/>
                    </a:moveTo>
                    <a:lnTo>
                      <a:pt x="10083800" y="0"/>
                    </a:lnTo>
                    <a:lnTo>
                      <a:pt x="100838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838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74C9E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661400" cy="152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Draw down.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729103"/>
              <a:ext cx="86614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Trace from the cloud to the apple.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6544917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10  / 13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" y="2238375"/>
            <a:ext cx="7239000" cy="4000500"/>
            <a:chOff x="0" y="0"/>
            <a:chExt cx="96520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ED3F3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229600" cy="29100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ED3F3C"/>
                  </a:solidFill>
                  <a:latin typeface="Fredoka"/>
                  <a:ea typeface="Fredoka"/>
                  <a:cs typeface="Fredoka"/>
                  <a:sym typeface="Fredoka"/>
                </a:rPr>
                <a:t>Your turn! Find red!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4113403"/>
              <a:ext cx="8229600" cy="1133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Look around. Show us something red!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7776087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11  / 13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2238375"/>
            <a:ext cx="7562850" cy="4000500"/>
            <a:chOff x="0" y="0"/>
            <a:chExt cx="10083800" cy="5334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083800" cy="5334000"/>
              <a:chOff x="0" y="0"/>
              <a:chExt cx="10083800" cy="5334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0838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10083800">
                    <a:moveTo>
                      <a:pt x="0" y="0"/>
                    </a:moveTo>
                    <a:lnTo>
                      <a:pt x="10083800" y="0"/>
                    </a:lnTo>
                    <a:lnTo>
                      <a:pt x="100838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0838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5334000"/>
              <a:chOff x="0" y="0"/>
              <a:chExt cx="228600" cy="5334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59B8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661400" cy="1525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32"/>
                </a:lnSpc>
              </a:pPr>
              <a:r>
                <a:rPr lang="en-US" sz="840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You did it!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729103"/>
              <a:ext cx="8661400" cy="5622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40"/>
                </a:lnSpc>
              </a:pPr>
              <a:r>
                <a:rPr lang="en-US" sz="2775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Say it together: APPLE • SUN • RAIN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7064745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12  / 13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" y="1809750"/>
            <a:ext cx="7620000" cy="5619750"/>
            <a:chOff x="0" y="0"/>
            <a:chExt cx="10160000" cy="7493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160000" cy="7493000"/>
              <a:chOff x="0" y="0"/>
              <a:chExt cx="10160000" cy="7493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1600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160000">
                    <a:moveTo>
                      <a:pt x="0" y="0"/>
                    </a:moveTo>
                    <a:lnTo>
                      <a:pt x="10160000" y="0"/>
                    </a:lnTo>
                    <a:lnTo>
                      <a:pt x="101600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FFF7E8">
                  <a:alpha val="90980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1600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0" y="0"/>
              <a:ext cx="228600" cy="7493000"/>
              <a:chOff x="0" y="0"/>
              <a:chExt cx="228600" cy="7493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286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228600">
                    <a:moveTo>
                      <a:pt x="0" y="0"/>
                    </a:moveTo>
                    <a:lnTo>
                      <a:pt x="228600" y="0"/>
                    </a:lnTo>
                    <a:lnTo>
                      <a:pt x="2286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59B86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2286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736600" y="831850"/>
              <a:ext cx="8737600" cy="13708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497"/>
                </a:lnSpc>
              </a:pPr>
              <a:r>
                <a:rPr lang="en-US" sz="7650">
                  <a:solidFill>
                    <a:srgbClr val="24423A"/>
                  </a:solidFill>
                  <a:latin typeface="Fredoka"/>
                  <a:ea typeface="Fredoka"/>
                  <a:cs typeface="Fredoka"/>
                  <a:sym typeface="Fredoka"/>
                </a:rPr>
                <a:t>Goodbye!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736600" y="2574163"/>
              <a:ext cx="8737600" cy="10590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62"/>
                </a:lnSpc>
              </a:pPr>
              <a:r>
                <a:rPr lang="en-US" sz="2550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You earned 5 Eco-Drops for your garden!</a:t>
              </a:r>
            </a:p>
            <a:p>
              <a:pPr algn="l">
                <a:lnSpc>
                  <a:spcPts val="3162"/>
                </a:lnSpc>
              </a:pPr>
              <a:r>
                <a:rPr lang="en-US" sz="2550" b="true">
                  <a:solidFill>
                    <a:srgbClr val="24423A"/>
                  </a:solidFill>
                  <a:latin typeface="Nunito Bold"/>
                  <a:ea typeface="Nunito Bold"/>
                  <a:cs typeface="Nunito Bold"/>
                  <a:sym typeface="Nunito Bold"/>
                </a:rPr>
                <a:t>Thank you for caring for our earth.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23900" y="466725"/>
            <a:ext cx="8432711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spc="156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LESSON 5 - RED HUNT AND WEEK 1 REVIEW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7259300" y="9258300"/>
            <a:ext cx="807208" cy="807208"/>
          </a:xfrm>
          <a:custGeom>
            <a:avLst/>
            <a:gdLst/>
            <a:ahLst/>
            <a:cxnLst/>
            <a:rect r="r" b="b" t="t" l="l"/>
            <a:pathLst>
              <a:path h="807208" w="807208">
                <a:moveTo>
                  <a:pt x="0" y="0"/>
                </a:moveTo>
                <a:lnTo>
                  <a:pt x="807208" y="0"/>
                </a:lnTo>
                <a:lnTo>
                  <a:pt x="807208" y="807208"/>
                </a:lnTo>
                <a:lnTo>
                  <a:pt x="0" y="8072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601325" y="9783568"/>
            <a:ext cx="619125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1650" spc="66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LITTLE SEEDS!  MONTH 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6078200" y="247650"/>
            <a:ext cx="1428750" cy="514350"/>
            <a:chOff x="0" y="0"/>
            <a:chExt cx="1905000" cy="685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05000" cy="685800"/>
            </a:xfrm>
            <a:custGeom>
              <a:avLst/>
              <a:gdLst/>
              <a:ahLst/>
              <a:cxnLst/>
              <a:rect r="r" b="b" t="t" l="l"/>
              <a:pathLst>
                <a:path h="685800" w="1905000">
                  <a:moveTo>
                    <a:pt x="152400" y="0"/>
                  </a:moveTo>
                  <a:lnTo>
                    <a:pt x="1752600" y="0"/>
                  </a:lnTo>
                  <a:cubicBezTo>
                    <a:pt x="1836768" y="0"/>
                    <a:pt x="1905000" y="24563"/>
                    <a:pt x="1905000" y="54864"/>
                  </a:cubicBezTo>
                  <a:lnTo>
                    <a:pt x="1905000" y="630936"/>
                  </a:lnTo>
                  <a:cubicBezTo>
                    <a:pt x="1905000" y="661237"/>
                    <a:pt x="1836768" y="685800"/>
                    <a:pt x="1752600" y="685800"/>
                  </a:cubicBezTo>
                  <a:lnTo>
                    <a:pt x="152400" y="685800"/>
                  </a:lnTo>
                  <a:cubicBezTo>
                    <a:pt x="68232" y="685800"/>
                    <a:pt x="0" y="661237"/>
                    <a:pt x="0" y="630936"/>
                  </a:cubicBezTo>
                  <a:lnTo>
                    <a:pt x="0" y="54864"/>
                  </a:lnTo>
                  <a:cubicBezTo>
                    <a:pt x="0" y="24563"/>
                    <a:pt x="68232" y="0"/>
                    <a:pt x="152400" y="0"/>
                  </a:cubicBezTo>
                  <a:close/>
                </a:path>
              </a:pathLst>
            </a:custGeom>
            <a:solidFill>
              <a:srgbClr val="FF914D">
                <a:alpha val="93725"/>
              </a:srgbClr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6097250" y="314325"/>
            <a:ext cx="1333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13 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DAHT1yDni6E</dc:identifier>
  <dcterms:modified xsi:type="dcterms:W3CDTF">2011-08-01T06:04:30Z</dcterms:modified>
  <cp:revision>1</cp:revision>
  <dc:title>RemoEd L1M1 Lesson 5 &amp; Review</dc:title>
</cp:coreProperties>
</file>