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fntdata" ContentType="application/x-fontdata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unito Sans Expanded Bold" panose="00000000000000000000" charset="1"/>
      <p:regular r:id="rId19"/>
    </p:embeddedFont>
    <p:embeddedFont>
      <p:font typeface="Fredoka" panose="02000000000000000000" charset="1"/>
      <p:regular r:id="rId20"/>
    </p:embeddedFont>
    <p:embeddedFont>
      <p:font typeface="Baloo" panose="03080902040302020200" charset="1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font" Target="/ppt/fonts/font19.fntdata" Id="rId19" /><Relationship Type="http://schemas.openxmlformats.org/officeDocument/2006/relationships/presProps" Target="/ppt/presProps.xml" Id="rId2" /><Relationship Type="http://schemas.openxmlformats.org/officeDocument/2006/relationships/font" Target="/ppt/fonts/font20.fntdata" Id="rId20" /><Relationship Type="http://schemas.openxmlformats.org/officeDocument/2006/relationships/font" Target="/ppt/fonts/font21.fntdata" Id="rId21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jpeg" Id="rId2" /><Relationship Type="http://schemas.openxmlformats.org/officeDocument/2006/relationships/image" Target="/ppt/media/image2.jpe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2" /><Relationship Type="http://schemas.openxmlformats.org/officeDocument/2006/relationships/image" Target="/ppt/media/image2.jpe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2" /><Relationship Type="http://schemas.openxmlformats.org/officeDocument/2006/relationships/image" Target="/ppt/media/image2.jpe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.jpeg" Id="rId2" /><Relationship Type="http://schemas.openxmlformats.org/officeDocument/2006/relationships/image" Target="/ppt/media/image2.jpe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jpeg" Id="rId2" /><Relationship Type="http://schemas.openxmlformats.org/officeDocument/2006/relationships/image" Target="/ppt/media/image2.jpeg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7.jpeg" Id="rId2" /><Relationship Type="http://schemas.openxmlformats.org/officeDocument/2006/relationships/image" Target="/ppt/media/image2.jpe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8.jpeg" Id="rId2" /><Relationship Type="http://schemas.openxmlformats.org/officeDocument/2006/relationships/image" Target="/ppt/media/image2.jpeg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9.jpeg" Id="rId2" /><Relationship Type="http://schemas.openxmlformats.org/officeDocument/2006/relationships/image" Target="/ppt/media/image2.jpe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jpeg" Id="rId2" /><Relationship Type="http://schemas.openxmlformats.org/officeDocument/2006/relationships/image" Target="/ppt/media/image2.jpe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jpeg" Id="rId2" /><Relationship Type="http://schemas.openxmlformats.org/officeDocument/2006/relationships/image" Target="/ppt/media/image2.jpe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2.jpeg" Id="rId2" /><Relationship Type="http://schemas.openxmlformats.org/officeDocument/2006/relationships/image" Target="/ppt/media/image2.jpeg" Id="rI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3.jpeg" Id="rId2" /><Relationship Type="http://schemas.openxmlformats.org/officeDocument/2006/relationships/image" Target="/ppt/media/image2.jpeg" Id="rI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4.jpeg" Id="rId2" /><Relationship Type="http://schemas.openxmlformats.org/officeDocument/2006/relationships/image" Target="/ppt/media/image2.jpeg" Id="rId3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1544973"/>
            <a:ext cx="12933095" cy="1428750"/>
            <a:chOff x="0" y="0"/>
            <a:chExt cx="17244127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44127" cy="1905000"/>
            </a:xfrm>
            <a:custGeom>
              <a:avLst/>
              <a:gdLst/>
              <a:ahLst/>
              <a:cxnLst/>
              <a:rect r="r" b="b" t="t" l="l"/>
              <a:pathLst>
                <a:path h="1905000" w="17244127">
                  <a:moveTo>
                    <a:pt x="0" y="0"/>
                  </a:moveTo>
                  <a:lnTo>
                    <a:pt x="17244127" y="0"/>
                  </a:lnTo>
                  <a:lnTo>
                    <a:pt x="17244127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244127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"/>
            <a:chOff x="0" y="0"/>
            <a:chExt cx="2438400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1 / 13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0" y="1687848"/>
            <a:ext cx="118566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LESSON 13 – The Yellow Sun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2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67400" y="6772275"/>
            <a:ext cx="6553200" cy="2026158"/>
            <a:chOff x="0" y="0"/>
            <a:chExt cx="8737600" cy="270154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737600" cy="2701544"/>
              <a:chOff x="0" y="0"/>
              <a:chExt cx="8737600" cy="270154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37600" cy="2701544"/>
              </a:xfrm>
              <a:custGeom>
                <a:avLst/>
                <a:gdLst/>
                <a:ahLst/>
                <a:cxnLst/>
                <a:rect r="r" b="b" t="t" l="l"/>
                <a:pathLst>
                  <a:path h="2701544" w="8737600">
                    <a:moveTo>
                      <a:pt x="0" y="0"/>
                    </a:moveTo>
                    <a:lnTo>
                      <a:pt x="8737600" y="0"/>
                    </a:lnTo>
                    <a:lnTo>
                      <a:pt x="8737600" y="2701544"/>
                    </a:lnTo>
                    <a:lnTo>
                      <a:pt x="0" y="2701544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737600" cy="27396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428625"/>
              <a:ext cx="7874000" cy="1633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35"/>
                </a:lnSpc>
              </a:pPr>
              <a:r>
                <a:rPr lang="en-US" sz="87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Sun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3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95900" y="6724650"/>
            <a:ext cx="7696200" cy="1972056"/>
            <a:chOff x="0" y="0"/>
            <a:chExt cx="10261600" cy="262940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261600" cy="2629408"/>
              <a:chOff x="0" y="0"/>
              <a:chExt cx="10261600" cy="262940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261600" cy="2629408"/>
              </a:xfrm>
              <a:custGeom>
                <a:avLst/>
                <a:gdLst/>
                <a:ahLst/>
                <a:cxnLst/>
                <a:rect r="r" b="b" t="t" l="l"/>
                <a:pathLst>
                  <a:path h="2629408" w="10261600">
                    <a:moveTo>
                      <a:pt x="0" y="0"/>
                    </a:moveTo>
                    <a:lnTo>
                      <a:pt x="10261600" y="0"/>
                    </a:lnTo>
                    <a:lnTo>
                      <a:pt x="10261600" y="2629408"/>
                    </a:lnTo>
                    <a:lnTo>
                      <a:pt x="0" y="2629408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261600" cy="26675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428625"/>
              <a:ext cx="9398000" cy="1575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20"/>
                </a:lnSpc>
              </a:pPr>
              <a:r>
                <a:rPr lang="en-US" sz="84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Yellow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4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9150" y="6915150"/>
            <a:ext cx="9029700" cy="1755648"/>
            <a:chOff x="0" y="0"/>
            <a:chExt cx="12039600" cy="234086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039600" cy="2340864"/>
              <a:chOff x="0" y="0"/>
              <a:chExt cx="12039600" cy="234086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039600" cy="2340864"/>
              </a:xfrm>
              <a:custGeom>
                <a:avLst/>
                <a:gdLst/>
                <a:ahLst/>
                <a:cxnLst/>
                <a:rect r="r" b="b" t="t" l="l"/>
                <a:pathLst>
                  <a:path h="2340864" w="12039600">
                    <a:moveTo>
                      <a:pt x="0" y="0"/>
                    </a:moveTo>
                    <a:lnTo>
                      <a:pt x="12039600" y="0"/>
                    </a:lnTo>
                    <a:lnTo>
                      <a:pt x="12039600" y="2340864"/>
                    </a:lnTo>
                    <a:lnTo>
                      <a:pt x="0" y="2340864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039600" cy="2378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409575"/>
              <a:ext cx="11176000" cy="1348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60"/>
                </a:lnSpc>
              </a:pPr>
              <a:r>
                <a:rPr lang="en-US" sz="72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Yellow Sun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5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81650" y="6772275"/>
            <a:ext cx="7124700" cy="1972056"/>
            <a:chOff x="0" y="0"/>
            <a:chExt cx="9499600" cy="262940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499600" cy="2629408"/>
              <a:chOff x="0" y="0"/>
              <a:chExt cx="9499600" cy="262940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499600" cy="2629408"/>
              </a:xfrm>
              <a:custGeom>
                <a:avLst/>
                <a:gdLst/>
                <a:ahLst/>
                <a:cxnLst/>
                <a:rect r="r" b="b" t="t" l="l"/>
                <a:pathLst>
                  <a:path h="2629408" w="9499600">
                    <a:moveTo>
                      <a:pt x="0" y="0"/>
                    </a:moveTo>
                    <a:lnTo>
                      <a:pt x="9499600" y="0"/>
                    </a:lnTo>
                    <a:lnTo>
                      <a:pt x="9499600" y="2629408"/>
                    </a:lnTo>
                    <a:lnTo>
                      <a:pt x="0" y="2629408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499600" cy="26675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428625"/>
              <a:ext cx="8636000" cy="1575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20"/>
                </a:lnSpc>
              </a:pPr>
              <a:r>
                <a:rPr lang="en-US" sz="84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Warm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6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19400" y="6867525"/>
            <a:ext cx="12649200" cy="1431036"/>
            <a:chOff x="0" y="0"/>
            <a:chExt cx="16865600" cy="190804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6865600" cy="1908048"/>
              <a:chOff x="0" y="0"/>
              <a:chExt cx="16865600" cy="190804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865600" cy="1908048"/>
              </a:xfrm>
              <a:custGeom>
                <a:avLst/>
                <a:gdLst/>
                <a:ahLst/>
                <a:cxnLst/>
                <a:rect r="r" b="b" t="t" l="l"/>
                <a:pathLst>
                  <a:path h="1908048" w="16865600">
                    <a:moveTo>
                      <a:pt x="0" y="0"/>
                    </a:moveTo>
                    <a:lnTo>
                      <a:pt x="16865600" y="0"/>
                    </a:lnTo>
                    <a:lnTo>
                      <a:pt x="16865600" y="1908048"/>
                    </a:lnTo>
                    <a:lnTo>
                      <a:pt x="0" y="1908048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6865600" cy="19461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381000"/>
              <a:ext cx="16002000" cy="1013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70"/>
                </a:lnSpc>
              </a:pPr>
              <a:r>
                <a:rPr lang="en-US" sz="54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God made the yellow sun.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7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71900" y="6915150"/>
            <a:ext cx="10744200" cy="1647444"/>
            <a:chOff x="0" y="0"/>
            <a:chExt cx="14325600" cy="219659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4325600" cy="2196592"/>
              <a:chOff x="0" y="0"/>
              <a:chExt cx="14325600" cy="219659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325600" cy="2196592"/>
              </a:xfrm>
              <a:custGeom>
                <a:avLst/>
                <a:gdLst/>
                <a:ahLst/>
                <a:cxnLst/>
                <a:rect r="r" b="b" t="t" l="l"/>
                <a:pathLst>
                  <a:path h="2196592" w="14325600">
                    <a:moveTo>
                      <a:pt x="0" y="0"/>
                    </a:moveTo>
                    <a:lnTo>
                      <a:pt x="14325600" y="0"/>
                    </a:lnTo>
                    <a:lnTo>
                      <a:pt x="14325600" y="2196592"/>
                    </a:lnTo>
                    <a:lnTo>
                      <a:pt x="0" y="2196592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4325600" cy="22346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400050"/>
              <a:ext cx="13462000" cy="1240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30"/>
                </a:lnSpc>
              </a:pPr>
              <a:r>
                <a:rPr lang="en-US" sz="66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Thank you, God!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8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9150" y="6724650"/>
            <a:ext cx="9029700" cy="1809750"/>
            <a:chOff x="0" y="0"/>
            <a:chExt cx="12039600" cy="2413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039600" cy="2413000"/>
              <a:chOff x="0" y="0"/>
              <a:chExt cx="12039600" cy="2413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0396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2039600">
                    <a:moveTo>
                      <a:pt x="0" y="0"/>
                    </a:moveTo>
                    <a:lnTo>
                      <a:pt x="12039600" y="0"/>
                    </a:lnTo>
                    <a:lnTo>
                      <a:pt x="120396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0396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409575"/>
              <a:ext cx="11176000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75"/>
                </a:lnSpc>
              </a:pPr>
              <a:r>
                <a:rPr lang="en-US" sz="75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Catch them!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9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71900" y="6915150"/>
            <a:ext cx="10744200" cy="1593342"/>
            <a:chOff x="0" y="0"/>
            <a:chExt cx="14325600" cy="212445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4325600" cy="2124456"/>
              <a:chOff x="0" y="0"/>
              <a:chExt cx="14325600" cy="212445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325600" cy="2124456"/>
              </a:xfrm>
              <a:custGeom>
                <a:avLst/>
                <a:gdLst/>
                <a:ahLst/>
                <a:cxnLst/>
                <a:rect r="r" b="b" t="t" l="l"/>
                <a:pathLst>
                  <a:path h="2124456" w="14325600">
                    <a:moveTo>
                      <a:pt x="0" y="0"/>
                    </a:moveTo>
                    <a:lnTo>
                      <a:pt x="14325600" y="0"/>
                    </a:lnTo>
                    <a:lnTo>
                      <a:pt x="14325600" y="2124456"/>
                    </a:lnTo>
                    <a:lnTo>
                      <a:pt x="0" y="2124456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4325600" cy="2162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400050"/>
              <a:ext cx="13462000" cy="1182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15"/>
                </a:lnSpc>
              </a:pPr>
              <a:r>
                <a:rPr lang="en-US" sz="63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Where is Yellow?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10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09900" y="6962775"/>
            <a:ext cx="12268200" cy="1485138"/>
            <a:chOff x="0" y="0"/>
            <a:chExt cx="16357600" cy="198018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6357600" cy="1980184"/>
              <a:chOff x="0" y="0"/>
              <a:chExt cx="16357600" cy="198018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357600" cy="1980184"/>
              </a:xfrm>
              <a:custGeom>
                <a:avLst/>
                <a:gdLst/>
                <a:ahLst/>
                <a:cxnLst/>
                <a:rect r="r" b="b" t="t" l="l"/>
                <a:pathLst>
                  <a:path h="1980184" w="16357600">
                    <a:moveTo>
                      <a:pt x="0" y="0"/>
                    </a:moveTo>
                    <a:lnTo>
                      <a:pt x="16357600" y="0"/>
                    </a:lnTo>
                    <a:lnTo>
                      <a:pt x="16357600" y="1980184"/>
                    </a:lnTo>
                    <a:lnTo>
                      <a:pt x="0" y="1980184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6357600" cy="20182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381000"/>
              <a:ext cx="15494000" cy="1071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85"/>
                </a:lnSpc>
              </a:pPr>
              <a:r>
                <a:rPr lang="en-US" sz="57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Where does the sun go?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11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10150" y="6867525"/>
            <a:ext cx="8267700" cy="1809750"/>
            <a:chOff x="0" y="0"/>
            <a:chExt cx="11023600" cy="2413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023600" cy="2413000"/>
              <a:chOff x="0" y="0"/>
              <a:chExt cx="11023600" cy="2413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0236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023600">
                    <a:moveTo>
                      <a:pt x="0" y="0"/>
                    </a:moveTo>
                    <a:lnTo>
                      <a:pt x="11023600" y="0"/>
                    </a:lnTo>
                    <a:lnTo>
                      <a:pt x="110236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10236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409575"/>
              <a:ext cx="10160000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75"/>
                </a:lnSpc>
              </a:pPr>
              <a:r>
                <a:rPr lang="en-US" sz="750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Your turn!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12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57400" y="6819900"/>
            <a:ext cx="14173200" cy="1295781"/>
            <a:chOff x="0" y="0"/>
            <a:chExt cx="18897600" cy="172770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8897600" cy="1727708"/>
              <a:chOff x="0" y="0"/>
              <a:chExt cx="18897600" cy="172770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897600" cy="1727708"/>
              </a:xfrm>
              <a:custGeom>
                <a:avLst/>
                <a:gdLst/>
                <a:ahLst/>
                <a:cxnLst/>
                <a:rect r="r" b="b" t="t" l="l"/>
                <a:pathLst>
                  <a:path h="1727708" w="18897600">
                    <a:moveTo>
                      <a:pt x="0" y="0"/>
                    </a:moveTo>
                    <a:lnTo>
                      <a:pt x="18897600" y="0"/>
                    </a:lnTo>
                    <a:lnTo>
                      <a:pt x="18897600" y="1727708"/>
                    </a:lnTo>
                    <a:lnTo>
                      <a:pt x="0" y="1727708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8897600" cy="17658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371475"/>
              <a:ext cx="18034000" cy="876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2"/>
                </a:lnSpc>
              </a:pPr>
              <a:r>
                <a:rPr lang="en-US" sz="465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Yellow Sun. God made the yellow sun.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428750"/>
            <a:chOff x="0" y="0"/>
            <a:chExt cx="24384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74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572500"/>
            <a:ext cx="18288000" cy="1714500"/>
            <a:chOff x="0" y="0"/>
            <a:chExt cx="24384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8DF">
                    <a:alpha val="82000"/>
                  </a:srgbClr>
                </a:gs>
                <a:gs pos="100000">
                  <a:srgbClr val="FFF8DF">
                    <a:alpha val="0"/>
                  </a:srgbClr>
                </a:gs>
              </a:gsLst>
              <a:lin ang="108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400050"/>
            <a:ext cx="16916400" cy="342900"/>
            <a:chOff x="0" y="0"/>
            <a:chExt cx="22555200" cy="4572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3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LESSON 13 – The Yellow Sun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13600" y="-47625"/>
              <a:ext cx="26416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49"/>
                </a:lnSpc>
              </a:pPr>
              <a:r>
                <a:rPr lang="en-US" sz="2250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13 / 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781548" y="6514576"/>
            <a:ext cx="6349300" cy="1431372"/>
            <a:chOff x="0" y="0"/>
            <a:chExt cx="8465733" cy="190849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465733" cy="1908496"/>
              <a:chOff x="0" y="0"/>
              <a:chExt cx="11023600" cy="248513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023600" cy="2485136"/>
              </a:xfrm>
              <a:custGeom>
                <a:avLst/>
                <a:gdLst/>
                <a:ahLst/>
                <a:cxnLst/>
                <a:rect r="r" b="b" t="t" l="l"/>
                <a:pathLst>
                  <a:path h="2485136" w="11023600">
                    <a:moveTo>
                      <a:pt x="0" y="0"/>
                    </a:moveTo>
                    <a:lnTo>
                      <a:pt x="11023600" y="0"/>
                    </a:lnTo>
                    <a:lnTo>
                      <a:pt x="11023600" y="2485136"/>
                    </a:lnTo>
                    <a:lnTo>
                      <a:pt x="0" y="2485136"/>
                    </a:lnTo>
                    <a:close/>
                  </a:path>
                </a:pathLst>
              </a:custGeom>
              <a:solidFill>
                <a:srgbClr val="FFF8DF">
                  <a:alpha val="8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1023600" cy="2523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31607" y="319801"/>
              <a:ext cx="7802519" cy="1129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89"/>
                </a:lnSpc>
              </a:pPr>
              <a:r>
                <a:rPr lang="en-US" sz="5990">
                  <a:solidFill>
                    <a:srgbClr val="23403B"/>
                  </a:solidFill>
                  <a:latin typeface="Baloo"/>
                  <a:ea typeface="Baloo"/>
                  <a:cs typeface="Baloo"/>
                  <a:sym typeface="Baloo"/>
                </a:rPr>
                <a:t>Goodbye!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33095" y="9215787"/>
            <a:ext cx="5176443" cy="850238"/>
            <a:chOff x="0" y="0"/>
            <a:chExt cx="6901924" cy="1133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68273" y="0"/>
              <a:ext cx="1133650" cy="1133650"/>
            </a:xfrm>
            <a:custGeom>
              <a:avLst/>
              <a:gdLst/>
              <a:ahLst/>
              <a:cxnLst/>
              <a:rect r="r" b="b" t="t" l="l"/>
              <a:pathLst>
                <a:path h="1133650" w="1133650">
                  <a:moveTo>
                    <a:pt x="0" y="0"/>
                  </a:moveTo>
                  <a:lnTo>
                    <a:pt x="1133651" y="0"/>
                  </a:lnTo>
                  <a:lnTo>
                    <a:pt x="1133651" y="1133650"/>
                  </a:lnTo>
                  <a:lnTo>
                    <a:pt x="0" y="113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328700"/>
              <a:ext cx="5207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6B43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MONTH 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DAHVJs1EgJE</dc:identifier>
  <dcterms:modified xsi:type="dcterms:W3CDTF">2011-08-01T06:04:30Z</dcterms:modified>
  <cp:revision>1</cp:revision>
  <dc:title>RemoEd L1M1 Lesson 13 - Yellow Sun</dc:title>
</cp:coreProperties>
</file>