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aloo" panose="03080902040302020200" charset="1"/>
      <p:regular r:id="rId19"/>
    </p:embeddedFont>
    <p:embeddedFont>
      <p:font typeface="Nunito Sans Expanded Bold" panose="00000000000000000000" charset="1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font" Target="/ppt/fonts/font20.fntdata" Id="rId20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jpeg" Id="rId2" /><Relationship Type="http://schemas.openxmlformats.org/officeDocument/2006/relationships/image" Target="/ppt/media/image2.jpe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Relationship Type="http://schemas.openxmlformats.org/officeDocument/2006/relationships/image" Target="/ppt/media/image2.jpe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Relationship Type="http://schemas.openxmlformats.org/officeDocument/2006/relationships/image" Target="/ppt/media/image2.jpe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jpeg" Id="rId2" /><Relationship Type="http://schemas.openxmlformats.org/officeDocument/2006/relationships/image" Target="/ppt/media/image2.jpe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jpeg" Id="rId2" /><Relationship Type="http://schemas.openxmlformats.org/officeDocument/2006/relationships/image" Target="/ppt/media/image2.jpeg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jpeg" Id="rId2" /><Relationship Type="http://schemas.openxmlformats.org/officeDocument/2006/relationships/image" Target="/ppt/media/image2.jpe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8.jpeg" Id="rId2" /><Relationship Type="http://schemas.openxmlformats.org/officeDocument/2006/relationships/image" Target="/ppt/media/image2.jpeg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9.jpeg" Id="rId2" /><Relationship Type="http://schemas.openxmlformats.org/officeDocument/2006/relationships/image" Target="/ppt/media/image2.jpe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jpeg" Id="rId2" /><Relationship Type="http://schemas.openxmlformats.org/officeDocument/2006/relationships/image" Target="/ppt/media/image2.jpe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jpeg" Id="rId2" /><Relationship Type="http://schemas.openxmlformats.org/officeDocument/2006/relationships/image" Target="/ppt/media/image2.jpe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2.jpeg" Id="rId2" /><Relationship Type="http://schemas.openxmlformats.org/officeDocument/2006/relationships/image" Target="/ppt/media/image2.jpe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3.jpeg" Id="rId2" /><Relationship Type="http://schemas.openxmlformats.org/officeDocument/2006/relationships/image" Target="/ppt/media/image2.jpeg" Id="rI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4.jpeg" Id="rId2" /><Relationship Type="http://schemas.openxmlformats.org/officeDocument/2006/relationships/image" Target="/ppt/media/image2.jpeg" Id="rId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508822" y="644013"/>
            <a:ext cx="14704124" cy="1698526"/>
            <a:chOff x="0" y="0"/>
            <a:chExt cx="19605499" cy="22647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05499" cy="2264701"/>
            </a:xfrm>
            <a:custGeom>
              <a:avLst/>
              <a:gdLst/>
              <a:ahLst/>
              <a:cxnLst/>
              <a:rect r="r" b="b" t="t" l="l"/>
              <a:pathLst>
                <a:path h="2264701" w="19605499">
                  <a:moveTo>
                    <a:pt x="0" y="0"/>
                  </a:moveTo>
                  <a:lnTo>
                    <a:pt x="19605499" y="0"/>
                  </a:lnTo>
                  <a:lnTo>
                    <a:pt x="19605499" y="2264701"/>
                  </a:lnTo>
                  <a:lnTo>
                    <a:pt x="0" y="2264701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05499" cy="2302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97250" y="190500"/>
            <a:ext cx="1428750" cy="609600"/>
            <a:chOff x="0" y="0"/>
            <a:chExt cx="19050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05000">
                  <a:moveTo>
                    <a:pt x="338667" y="0"/>
                  </a:moveTo>
                  <a:lnTo>
                    <a:pt x="1566333" y="0"/>
                  </a:lnTo>
                  <a:cubicBezTo>
                    <a:pt x="1753374" y="0"/>
                    <a:pt x="1905000" y="151626"/>
                    <a:pt x="1905000" y="338667"/>
                  </a:cubicBezTo>
                  <a:lnTo>
                    <a:pt x="1905000" y="474133"/>
                  </a:lnTo>
                  <a:cubicBezTo>
                    <a:pt x="1905000" y="661174"/>
                    <a:pt x="1753374" y="812800"/>
                    <a:pt x="1566333" y="812800"/>
                  </a:cubicBezTo>
                  <a:lnTo>
                    <a:pt x="338667" y="812800"/>
                  </a:lnTo>
                  <a:cubicBezTo>
                    <a:pt x="151626" y="812800"/>
                    <a:pt x="0" y="661174"/>
                    <a:pt x="0" y="474133"/>
                  </a:cubicBezTo>
                  <a:lnTo>
                    <a:pt x="0" y="338667"/>
                  </a:lnTo>
                  <a:cubicBezTo>
                    <a:pt x="0" y="151626"/>
                    <a:pt x="151626" y="0"/>
                    <a:pt x="338667" y="0"/>
                  </a:cubicBezTo>
                  <a:close/>
                </a:path>
              </a:pathLst>
            </a:custGeom>
            <a:solidFill>
              <a:srgbClr val="2F9F63">
                <a:alpha val="8000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050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1 / 13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37961" y="4038295"/>
            <a:ext cx="4129526" cy="1809750"/>
            <a:chOff x="0" y="0"/>
            <a:chExt cx="5506034" cy="241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6034" cy="2413000"/>
            </a:xfrm>
            <a:custGeom>
              <a:avLst/>
              <a:gdLst/>
              <a:ahLst/>
              <a:cxnLst/>
              <a:rect r="r" b="b" t="t" l="l"/>
              <a:pathLst>
                <a:path h="2413000" w="5506034">
                  <a:moveTo>
                    <a:pt x="0" y="0"/>
                  </a:moveTo>
                  <a:lnTo>
                    <a:pt x="5506034" y="0"/>
                  </a:lnTo>
                  <a:lnTo>
                    <a:pt x="5506034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8E9">
                <a:alpha val="7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506034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393725" y="9395352"/>
            <a:ext cx="894275" cy="894275"/>
          </a:xfrm>
          <a:custGeom>
            <a:avLst/>
            <a:gdLst/>
            <a:ahLst/>
            <a:cxnLst/>
            <a:rect r="r" b="b" t="t" l="l"/>
            <a:pathLst>
              <a:path h="894275" w="894275">
                <a:moveTo>
                  <a:pt x="0" y="0"/>
                </a:moveTo>
                <a:lnTo>
                  <a:pt x="894275" y="0"/>
                </a:lnTo>
                <a:lnTo>
                  <a:pt x="894275" y="894274"/>
                </a:lnTo>
                <a:lnTo>
                  <a:pt x="0" y="894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72769" y="904875"/>
            <a:ext cx="1377623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174A3B">
                    <a:alpha val="80000"/>
                  </a:srgbClr>
                </a:solidFill>
                <a:latin typeface="Baloo"/>
                <a:ea typeface="Baloo"/>
                <a:cs typeface="Baloo"/>
                <a:sym typeface="Baloo"/>
              </a:rPr>
              <a:t>LESSON 9 - TALL TREES AND BLUE SKIES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42665" y="4571981"/>
            <a:ext cx="2341344" cy="83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4"/>
              </a:lnSpc>
            </a:pPr>
            <a:r>
              <a:rPr lang="en-US" sz="6150">
                <a:solidFill>
                  <a:srgbClr val="174A3B">
                    <a:alpha val="80000"/>
                  </a:srgbClr>
                </a:solidFill>
                <a:latin typeface="Baloo"/>
                <a:ea typeface="Baloo"/>
                <a:cs typeface="Baloo"/>
                <a:sym typeface="Baloo"/>
              </a:rPr>
              <a:t>Hello!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7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2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7691279" cy="1809750"/>
            <a:chOff x="0" y="0"/>
            <a:chExt cx="10255039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255039" cy="2413000"/>
              <a:chOff x="0" y="0"/>
              <a:chExt cx="10255039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255038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255038">
                    <a:moveTo>
                      <a:pt x="0" y="0"/>
                    </a:moveTo>
                    <a:lnTo>
                      <a:pt x="10255038" y="0"/>
                    </a:lnTo>
                    <a:lnTo>
                      <a:pt x="10255038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7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255039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17250" y="679831"/>
              <a:ext cx="9220539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Blue Sky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7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3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7403684" cy="1809750"/>
            <a:chOff x="0" y="0"/>
            <a:chExt cx="9871579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871579" cy="2413000"/>
              <a:chOff x="0" y="0"/>
              <a:chExt cx="9871579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871579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9871579">
                    <a:moveTo>
                      <a:pt x="0" y="0"/>
                    </a:moveTo>
                    <a:lnTo>
                      <a:pt x="9871579" y="0"/>
                    </a:lnTo>
                    <a:lnTo>
                      <a:pt x="9871579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7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871579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97909" y="679831"/>
              <a:ext cx="8875761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Tree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7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4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6673635" cy="1809750"/>
            <a:chOff x="0" y="0"/>
            <a:chExt cx="889818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898180" cy="2413000"/>
              <a:chOff x="0" y="0"/>
              <a:chExt cx="889818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89818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8898180">
                    <a:moveTo>
                      <a:pt x="0" y="0"/>
                    </a:moveTo>
                    <a:lnTo>
                      <a:pt x="8898180" y="0"/>
                    </a:lnTo>
                    <a:lnTo>
                      <a:pt x="889818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7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89818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48812" y="679831"/>
              <a:ext cx="8000557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Tall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7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>
                  <a:alpha val="80000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5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930753" cy="1809750"/>
            <a:chOff x="0" y="0"/>
            <a:chExt cx="11907671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907671" cy="2413000"/>
              <a:chOff x="0" y="0"/>
              <a:chExt cx="11907671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907671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907671">
                    <a:moveTo>
                      <a:pt x="0" y="0"/>
                    </a:moveTo>
                    <a:lnTo>
                      <a:pt x="11907671" y="0"/>
                    </a:lnTo>
                    <a:lnTo>
                      <a:pt x="11907671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7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907671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79643" y="679831"/>
              <a:ext cx="10948384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>
                      <a:alpha val="80000"/>
                    </a:srgbClr>
                  </a:solidFill>
                  <a:latin typeface="Baloo"/>
                  <a:ea typeface="Baloo"/>
                  <a:cs typeface="Baloo"/>
                  <a:sym typeface="Baloo"/>
                </a:rPr>
                <a:t>The tree is tall.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6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686800" cy="1809750"/>
            <a:chOff x="0" y="0"/>
            <a:chExt cx="11582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82400" cy="2413000"/>
              <a:chOff x="0" y="0"/>
              <a:chExt cx="11582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82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582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679831"/>
              <a:ext cx="10414000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Trace down.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7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686800" cy="1809750"/>
            <a:chOff x="0" y="0"/>
            <a:chExt cx="11582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82400" cy="2413000"/>
              <a:chOff x="0" y="0"/>
              <a:chExt cx="11582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82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582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679831"/>
              <a:ext cx="10414000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Draw the trees.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8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686800" cy="1809750"/>
            <a:chOff x="0" y="0"/>
            <a:chExt cx="11582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82400" cy="2413000"/>
              <a:chOff x="0" y="0"/>
              <a:chExt cx="11582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82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582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679831"/>
              <a:ext cx="10414000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Love the trees.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9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11163300" cy="1809750"/>
            <a:chOff x="0" y="0"/>
            <a:chExt cx="14884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884400" cy="2413000"/>
              <a:chOff x="0" y="0"/>
              <a:chExt cx="14884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884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4884400">
                    <a:moveTo>
                      <a:pt x="0" y="0"/>
                    </a:moveTo>
                    <a:lnTo>
                      <a:pt x="14884400" y="0"/>
                    </a:lnTo>
                    <a:lnTo>
                      <a:pt x="14884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4884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679831"/>
              <a:ext cx="13716000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God made tall trees.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10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686800" cy="1809750"/>
            <a:chOff x="0" y="0"/>
            <a:chExt cx="11582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82400" cy="2413000"/>
              <a:chOff x="0" y="0"/>
              <a:chExt cx="11582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82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582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679831"/>
              <a:ext cx="10414000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Which is tall?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11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686800" cy="1809750"/>
            <a:chOff x="0" y="0"/>
            <a:chExt cx="11582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82400" cy="2413000"/>
              <a:chOff x="0" y="0"/>
              <a:chExt cx="11582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82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582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679831"/>
              <a:ext cx="10414000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Your turn!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12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686800" cy="1809750"/>
            <a:chOff x="0" y="0"/>
            <a:chExt cx="11582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82400" cy="2413000"/>
              <a:chOff x="0" y="0"/>
              <a:chExt cx="11582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82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582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146431"/>
              <a:ext cx="10414000" cy="2215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Blue Sky.</a:t>
              </a:r>
            </a:p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Tall Tree.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90600"/>
            <a:chOff x="0" y="0"/>
            <a:chExt cx="24384000" cy="1320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20800"/>
              <a:chOff x="0" y="0"/>
              <a:chExt cx="24384000" cy="1320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320800"/>
              </a:xfrm>
              <a:custGeom>
                <a:avLst/>
                <a:gdLst/>
                <a:ahLst/>
                <a:cxnLst/>
                <a:rect r="r" b="b" t="t" l="l"/>
                <a:pathLst>
                  <a:path h="132080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20800"/>
                    </a:lnTo>
                    <a:lnTo>
                      <a:pt x="0" y="1320800"/>
                    </a:lnTo>
                    <a:close/>
                  </a:path>
                </a:pathLst>
              </a:custGeom>
              <a:solidFill>
                <a:srgbClr val="FFFFFF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4384000" cy="135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0600" y="269875"/>
              <a:ext cx="165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Lesson 9 – Tall Trees and Blue Skies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1463000" y="254000"/>
              <a:ext cx="1905000" cy="812800"/>
              <a:chOff x="0" y="0"/>
              <a:chExt cx="19050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05000">
                    <a:moveTo>
                      <a:pt x="338667" y="0"/>
                    </a:moveTo>
                    <a:lnTo>
                      <a:pt x="1566333" y="0"/>
                    </a:lnTo>
                    <a:cubicBezTo>
                      <a:pt x="1753374" y="0"/>
                      <a:pt x="1905000" y="151626"/>
                      <a:pt x="1905000" y="338667"/>
                    </a:cubicBezTo>
                    <a:lnTo>
                      <a:pt x="1905000" y="474133"/>
                    </a:lnTo>
                    <a:cubicBezTo>
                      <a:pt x="1905000" y="661174"/>
                      <a:pt x="1753374" y="812800"/>
                      <a:pt x="1566333" y="812800"/>
                    </a:cubicBezTo>
                    <a:lnTo>
                      <a:pt x="338667" y="812800"/>
                    </a:lnTo>
                    <a:cubicBezTo>
                      <a:pt x="151626" y="812800"/>
                      <a:pt x="0" y="661174"/>
                      <a:pt x="0" y="474133"/>
                    </a:cubicBezTo>
                    <a:lnTo>
                      <a:pt x="0" y="338667"/>
                    </a:lnTo>
                    <a:cubicBezTo>
                      <a:pt x="0" y="151626"/>
                      <a:pt x="151626" y="0"/>
                      <a:pt x="338667" y="0"/>
                    </a:cubicBezTo>
                    <a:close/>
                  </a:path>
                </a:pathLst>
              </a:custGeom>
              <a:solidFill>
                <a:srgbClr val="2F9F6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19050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>
                    <a:solidFill>
                      <a:srgbClr val="FFFFFF"/>
                    </a:solidFill>
                    <a:latin typeface="Baloo"/>
                    <a:ea typeface="Baloo"/>
                    <a:cs typeface="Baloo"/>
                    <a:sym typeface="Baloo"/>
                  </a:rPr>
                  <a:t>13 / 13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723900" y="1714500"/>
            <a:ext cx="8686800" cy="1809750"/>
            <a:chOff x="0" y="0"/>
            <a:chExt cx="11582400" cy="241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82400" cy="2413000"/>
              <a:chOff x="0" y="0"/>
              <a:chExt cx="11582400" cy="241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5824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1582400">
                    <a:moveTo>
                      <a:pt x="0" y="0"/>
                    </a:moveTo>
                    <a:lnTo>
                      <a:pt x="11582400" y="0"/>
                    </a:lnTo>
                    <a:lnTo>
                      <a:pt x="115824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8E9">
                  <a:alpha val="9490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15824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84200" y="679831"/>
              <a:ext cx="10414000" cy="1148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4"/>
                </a:lnSpc>
              </a:pPr>
              <a:r>
                <a:rPr lang="en-US" sz="6150">
                  <a:solidFill>
                    <a:srgbClr val="174A3B"/>
                  </a:solidFill>
                  <a:latin typeface="Baloo"/>
                  <a:ea typeface="Baloo"/>
                  <a:cs typeface="Baloo"/>
                  <a:sym typeface="Baloo"/>
                </a:rPr>
                <a:t>Goodbye!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96548" y="9395352"/>
            <a:ext cx="4891452" cy="894275"/>
            <a:chOff x="0" y="0"/>
            <a:chExt cx="6521935" cy="11923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21935" cy="1192366"/>
              <a:chOff x="0" y="0"/>
              <a:chExt cx="6608507" cy="12081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8507" cy="1208193"/>
              </a:xfrm>
              <a:custGeom>
                <a:avLst/>
                <a:gdLst/>
                <a:ahLst/>
                <a:cxnLst/>
                <a:rect r="r" b="b" t="t" l="l"/>
                <a:pathLst>
                  <a:path h="1208193" w="6608507">
                    <a:moveTo>
                      <a:pt x="0" y="0"/>
                    </a:moveTo>
                    <a:lnTo>
                      <a:pt x="6608507" y="0"/>
                    </a:lnTo>
                    <a:lnTo>
                      <a:pt x="6608507" y="1208193"/>
                    </a:lnTo>
                    <a:lnTo>
                      <a:pt x="0" y="1208193"/>
                    </a:lnTo>
                    <a:close/>
                  </a:path>
                </a:pathLst>
              </a:custGeom>
              <a:solidFill>
                <a:srgbClr val="FFFFFF">
                  <a:alpha val="9568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8507" cy="1246293"/>
              </a:xfrm>
              <a:prstGeom prst="rect">
                <a:avLst/>
              </a:prstGeom>
            </p:spPr>
            <p:txBody>
              <a:bodyPr anchor="ctr" rtlCol="false" tIns="50135" lIns="50135" bIns="50135" rIns="50135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4954" y="174972"/>
              <a:ext cx="4168448" cy="348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0"/>
                </a:lnSpc>
              </a:pPr>
              <a:r>
                <a:rPr lang="en-US" sz="1579" b="true">
                  <a:solidFill>
                    <a:srgbClr val="174A3B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LITTLE SEEDS!  MONTH 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468915" y="77711"/>
              <a:ext cx="781274" cy="518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15"/>
                </a:lnSpc>
              </a:pP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5329569" y="0"/>
              <a:ext cx="1192366" cy="1192366"/>
            </a:xfrm>
            <a:custGeom>
              <a:avLst/>
              <a:gdLst/>
              <a:ahLst/>
              <a:cxnLst/>
              <a:rect r="r" b="b" t="t" l="l"/>
              <a:pathLst>
                <a:path h="1192366" w="1192366">
                  <a:moveTo>
                    <a:pt x="0" y="0"/>
                  </a:moveTo>
                  <a:lnTo>
                    <a:pt x="1192366" y="0"/>
                  </a:lnTo>
                  <a:lnTo>
                    <a:pt x="1192366" y="1192366"/>
                  </a:lnTo>
                  <a:lnTo>
                    <a:pt x="0" y="119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DAHUIVZ5mVw</dc:identifier>
  <dcterms:modified xsi:type="dcterms:W3CDTF">2011-08-01T06:04:30Z</dcterms:modified>
  <cp:revision>1</cp:revision>
  <dc:title>RemoEd L1M1 Lesson 9</dc:title>
</cp:coreProperties>
</file>