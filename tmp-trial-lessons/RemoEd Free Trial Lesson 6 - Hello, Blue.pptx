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png" ContentType="image/png"/>
  <Default Extension="fntdata" ContentType="application/x-fontdata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Fredoka" panose="02000000000000000000" charset="1"/>
      <p:regular r:id="rId22"/>
    </p:embeddedFont>
    <p:embeddedFont>
      <p:font typeface="Canva Sans Bold" panose="020B0803030501040103" charset="1"/>
      <p:regular r:id="rId23"/>
    </p:embeddedFont>
    <p:embeddedFont>
      <p:font typeface="Nunito Bold" panose="00000000000000000000" charset="1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notesMaster" Target="/ppt/notesMasters/notesMaster1.xml" Id="rId19" /><Relationship Type="http://schemas.openxmlformats.org/officeDocument/2006/relationships/presProps" Target="/ppt/presProps.xml" Id="rId2" /><Relationship Type="http://schemas.openxmlformats.org/officeDocument/2006/relationships/theme" Target="/ppt/theme/theme2.xml" Id="rId20" /><Relationship Type="http://schemas.openxmlformats.org/officeDocument/2006/relationships/notesSlide" Target="/ppt/notesSlides/notesSlide1.xml" Id="rId21" /><Relationship Type="http://schemas.openxmlformats.org/officeDocument/2006/relationships/font" Target="/ppt/fonts/font22.fntdata" Id="rId22" /><Relationship Type="http://schemas.openxmlformats.org/officeDocument/2006/relationships/font" Target="/ppt/fonts/font23.fntdata" Id="rId23" /><Relationship Type="http://schemas.openxmlformats.org/officeDocument/2006/relationships/notesSlide" Target="/ppt/notesSlides/notesSlide2.xml" Id="rId24" /><Relationship Type="http://schemas.openxmlformats.org/officeDocument/2006/relationships/font" Target="/ppt/fonts/font25.fntdata" Id="rId25" /><Relationship Type="http://schemas.openxmlformats.org/officeDocument/2006/relationships/notesSlide" Target="/ppt/notesSlides/notesSlide3.xml" Id="rId26" /><Relationship Type="http://schemas.openxmlformats.org/officeDocument/2006/relationships/notesSlide" Target="/ppt/notesSlides/notesSlide4.xml" Id="rId27" /><Relationship Type="http://schemas.openxmlformats.org/officeDocument/2006/relationships/notesSlide" Target="/ppt/notesSlides/notesSlide5.xml" Id="rId28" /><Relationship Type="http://schemas.openxmlformats.org/officeDocument/2006/relationships/notesSlide" Target="/ppt/notesSlides/notesSlide6.xml" Id="rId29" /><Relationship Type="http://schemas.openxmlformats.org/officeDocument/2006/relationships/viewProps" Target="/ppt/viewProps.xml" Id="rId3" /><Relationship Type="http://schemas.openxmlformats.org/officeDocument/2006/relationships/notesSlide" Target="/ppt/notesSlides/notesSlide7.xml" Id="rId30" /><Relationship Type="http://schemas.openxmlformats.org/officeDocument/2006/relationships/notesSlide" Target="/ppt/notesSlides/notesSlide8.xml" Id="rId31" /><Relationship Type="http://schemas.openxmlformats.org/officeDocument/2006/relationships/notesSlide" Target="/ppt/notesSlides/notesSlide9.xml" Id="rId32" /><Relationship Type="http://schemas.openxmlformats.org/officeDocument/2006/relationships/notesSlide" Target="/ppt/notesSlides/notesSlide10.xml" Id="rId33" /><Relationship Type="http://schemas.openxmlformats.org/officeDocument/2006/relationships/notesSlide" Target="/ppt/notesSlides/notesSlide11.xml" Id="rId34" /><Relationship Type="http://schemas.openxmlformats.org/officeDocument/2006/relationships/notesSlide" Target="/ppt/notesSlides/notesSlide12.xml" Id="rId35" /><Relationship Type="http://schemas.openxmlformats.org/officeDocument/2006/relationships/notesSlide" Target="/ppt/notesSlides/notesSlide13.xml" Id="rId36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1.xml" Id="rI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2.xml" Id="rI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3.xml" Id="rId2" 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Hello everyone! Welcome to RemoEd! My name is Teacher [Name]. Say hello to our friends! [Wave]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Today, we have a new color! Listen: Blue. [Point to mouth] B-l-ue. Can you say Blue? [Cup ear] It is blue.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Look up high! [Point up] What is this? Listen: Sky. Say: Sky! [Wait] What color is the sky? Yes, it is blue!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Let's touch the blue sky! Reach up, up, up! [Stretch arms high] Very tall! Good job!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Look in the tree! What is this? Listen: Bird. Say: Bird! [Cup ear] What color is the bird? It is blue!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Let's be a blue bird! Flap your wings! [Flap arms up and down] Flap, flap, flap! Fly high in the sky!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The blue bird loves the clean sky. We love clean air to breathe! [Take a deep breath in and out] Ahhh.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Who made the beautiful blue sky? [Point up] God made the sky! Thank you, God, for the color blue! [Clap hands gently]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Game time! Where is the blue sky? Touch the sky! [Wait for student to tap] Yes! It is blue.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Where is the blue bird? Touch the bird! [Wait for tap] Good job! Tweet, tweet!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Your turn! Show me something blue! [Wait for them to find an object] Wow! That is blue!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You are amazing! Say: Blue Sky! [Wait] Say: Blue Bird! [Wait] Excellent!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TEACHER SCRIPT</a:t>
            </a:r>
          </a:p>
          <a:p>
            <a:r>
              <a:rPr lang="en-US"/>
              <a:t>An Eco-Drop for you! Look, a blue bird is visiting your garden! Time to say goodbye. Goodbye! [Wave]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.xml" Id="rId2" /><Relationship Type="http://schemas.openxmlformats.org/officeDocument/2006/relationships/image" Target="/ppt/media/image1.png" Id="rId3" /><Relationship Type="http://schemas.openxmlformats.org/officeDocument/2006/relationships/image" Target="/ppt/media/image2.png" Id="rId4" /><Relationship Type="http://schemas.openxmlformats.org/officeDocument/2006/relationships/image" Target="/ppt/media/image3.png" Id="rId5" /><Relationship Type="http://schemas.openxmlformats.org/officeDocument/2006/relationships/image" Target="/ppt/media/image4.png" Id="rId6" /><Relationship Type="http://schemas.openxmlformats.org/officeDocument/2006/relationships/image" Target="/ppt/media/image5.png" Id="rId7" /><Relationship Type="http://schemas.openxmlformats.org/officeDocument/2006/relationships/image" Target="/ppt/media/image6.png" Id="rI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2.xml" Id="rId2" /><Relationship Type="http://schemas.openxmlformats.org/officeDocument/2006/relationships/image" Target="/ppt/media/image7.jpeg" Id="rId3" /><Relationship Type="http://schemas.openxmlformats.org/officeDocument/2006/relationships/image" Target="/ppt/media/image8.jpe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3.xml" Id="rId2" /><Relationship Type="http://schemas.openxmlformats.org/officeDocument/2006/relationships/image" Target="/ppt/media/image9.jpeg" Id="rId3" /><Relationship Type="http://schemas.openxmlformats.org/officeDocument/2006/relationships/image" Target="/ppt/media/image8.jpeg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4.xml" Id="rId2" /><Relationship Type="http://schemas.openxmlformats.org/officeDocument/2006/relationships/image" Target="/ppt/media/image10.jpeg" Id="rId3" /><Relationship Type="http://schemas.openxmlformats.org/officeDocument/2006/relationships/image" Target="/ppt/media/image8.jpe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5.xml" Id="rId2" /><Relationship Type="http://schemas.openxmlformats.org/officeDocument/2006/relationships/image" Target="/ppt/media/image11.jpeg" Id="rId3" /><Relationship Type="http://schemas.openxmlformats.org/officeDocument/2006/relationships/image" Target="/ppt/media/image8.jpeg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6.xml" Id="rId2" /><Relationship Type="http://schemas.openxmlformats.org/officeDocument/2006/relationships/image" Target="/ppt/media/image12.jpeg" Id="rId3" /><Relationship Type="http://schemas.openxmlformats.org/officeDocument/2006/relationships/image" Target="/ppt/media/image8.jpeg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7.xml" Id="rId2" /><Relationship Type="http://schemas.openxmlformats.org/officeDocument/2006/relationships/image" Target="/ppt/media/image13.jpeg" Id="rId3" /><Relationship Type="http://schemas.openxmlformats.org/officeDocument/2006/relationships/image" Target="/ppt/media/image8.jpeg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8.xml" Id="rId2" /><Relationship Type="http://schemas.openxmlformats.org/officeDocument/2006/relationships/image" Target="/ppt/media/image14.jpeg" Id="rId3" /><Relationship Type="http://schemas.openxmlformats.org/officeDocument/2006/relationships/image" Target="/ppt/media/image8.jpeg" Id="rI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9.xml" Id="rId2" /><Relationship Type="http://schemas.openxmlformats.org/officeDocument/2006/relationships/image" Target="/ppt/media/image15.jpeg" Id="rId3" /><Relationship Type="http://schemas.openxmlformats.org/officeDocument/2006/relationships/image" Target="/ppt/media/image8.jpeg" Id="rI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0.xml" Id="rId2" /><Relationship Type="http://schemas.openxmlformats.org/officeDocument/2006/relationships/image" Target="/ppt/media/image16.jpeg" Id="rId3" /><Relationship Type="http://schemas.openxmlformats.org/officeDocument/2006/relationships/image" Target="/ppt/media/image8.jpeg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1.xml" Id="rId2" /><Relationship Type="http://schemas.openxmlformats.org/officeDocument/2006/relationships/image" Target="/ppt/media/image17.jpeg" Id="rId3" /><Relationship Type="http://schemas.openxmlformats.org/officeDocument/2006/relationships/image" Target="/ppt/media/image8.jpeg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2.xml" Id="rId2" /><Relationship Type="http://schemas.openxmlformats.org/officeDocument/2006/relationships/image" Target="/ppt/media/image18.jpeg" Id="rId3" /><Relationship Type="http://schemas.openxmlformats.org/officeDocument/2006/relationships/image" Target="/ppt/media/image8.jpeg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13.xml" Id="rId2" /><Relationship Type="http://schemas.openxmlformats.org/officeDocument/2006/relationships/image" Target="/ppt/media/image19.jpeg" Id="rId3" /><Relationship Type="http://schemas.openxmlformats.org/officeDocument/2006/relationships/image" Target="/ppt/media/image8.jpeg" Id="rId4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0331" y="752171"/>
            <a:ext cx="10457521" cy="1617715"/>
          </a:xfrm>
          <a:custGeom>
            <a:avLst/>
            <a:gdLst/>
            <a:ahLst/>
            <a:cxnLst/>
            <a:rect r="r" b="b" t="t" l="l"/>
            <a:pathLst>
              <a:path h="1617715" w="10457521">
                <a:moveTo>
                  <a:pt x="0" y="0"/>
                </a:moveTo>
                <a:lnTo>
                  <a:pt x="10457521" y="0"/>
                </a:lnTo>
                <a:lnTo>
                  <a:pt x="10457521" y="1617716"/>
                </a:lnTo>
                <a:lnTo>
                  <a:pt x="0" y="1617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53" t="0" r="-1033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7680" y="823609"/>
            <a:ext cx="1005017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LESSON 6 - HELLO! BLUE!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68625" y="0"/>
            <a:ext cx="1971675" cy="1076325"/>
          </a:xfrm>
          <a:custGeom>
            <a:avLst/>
            <a:gdLst/>
            <a:ahLst/>
            <a:cxnLst/>
            <a:rect r="r" b="b" t="t" l="l"/>
            <a:pathLst>
              <a:path h="1076325" w="1971675">
                <a:moveTo>
                  <a:pt x="0" y="0"/>
                </a:moveTo>
                <a:lnTo>
                  <a:pt x="1971675" y="0"/>
                </a:lnTo>
                <a:lnTo>
                  <a:pt x="1971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68466" y="3782946"/>
            <a:ext cx="5954268" cy="1933575"/>
          </a:xfrm>
          <a:custGeom>
            <a:avLst/>
            <a:gdLst/>
            <a:ahLst/>
            <a:cxnLst/>
            <a:rect r="r" b="b" t="t" l="l"/>
            <a:pathLst>
              <a:path h="1933575" w="5954268">
                <a:moveTo>
                  <a:pt x="0" y="0"/>
                </a:moveTo>
                <a:lnTo>
                  <a:pt x="5954268" y="0"/>
                </a:lnTo>
                <a:lnTo>
                  <a:pt x="5954268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813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05904" y="4166048"/>
            <a:ext cx="4279392" cy="105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1"/>
              </a:lnSpc>
            </a:pPr>
            <a:r>
              <a:rPr lang="en-US" sz="6165">
                <a:solidFill>
                  <a:srgbClr val="1893D6"/>
                </a:solidFill>
                <a:latin typeface="Fredoka"/>
                <a:ea typeface="Fredoka"/>
                <a:cs typeface="Fredoka"/>
                <a:sym typeface="Fredoka"/>
              </a:rPr>
              <a:t>Hello!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496925" y="9001125"/>
            <a:ext cx="4362450" cy="1285875"/>
          </a:xfrm>
          <a:custGeom>
            <a:avLst/>
            <a:gdLst/>
            <a:ahLst/>
            <a:cxnLst/>
            <a:rect r="r" b="b" t="t" l="l"/>
            <a:pathLst>
              <a:path h="1285875" w="4362450">
                <a:moveTo>
                  <a:pt x="0" y="0"/>
                </a:moveTo>
                <a:lnTo>
                  <a:pt x="4362450" y="0"/>
                </a:lnTo>
                <a:lnTo>
                  <a:pt x="4362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64000" y="90011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07440" y="9504701"/>
            <a:ext cx="2907792" cy="32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1911">
                <a:solidFill>
                  <a:srgbClr val="1893D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LITTLE SEEDS! MONTH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03168" y="302268"/>
            <a:ext cx="877824" cy="4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2620" b="true">
                <a:solidFill>
                  <a:srgbClr val="0035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/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24960" y="9711308"/>
            <a:ext cx="768096" cy="16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5"/>
              </a:lnSpc>
            </a:pPr>
            <a:r>
              <a:rPr lang="en-US" sz="989" b="true">
                <a:solidFill>
                  <a:srgbClr val="1893D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RemoeUPH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6858000"/>
            <a:ext cx="7239000" cy="1809750"/>
            <a:chOff x="0" y="0"/>
            <a:chExt cx="9652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652000">
                  <a:moveTo>
                    <a:pt x="33421" y="0"/>
                  </a:moveTo>
                  <a:lnTo>
                    <a:pt x="9618579" y="0"/>
                  </a:lnTo>
                  <a:cubicBezTo>
                    <a:pt x="9637037" y="0"/>
                    <a:pt x="9652000" y="14963"/>
                    <a:pt x="9652000" y="33421"/>
                  </a:cubicBezTo>
                  <a:lnTo>
                    <a:pt x="9652000" y="2379579"/>
                  </a:lnTo>
                  <a:cubicBezTo>
                    <a:pt x="9652000" y="2398037"/>
                    <a:pt x="9637037" y="2413000"/>
                    <a:pt x="9618579" y="2413000"/>
                  </a:cubicBezTo>
                  <a:lnTo>
                    <a:pt x="33421" y="2413000"/>
                  </a:lnTo>
                  <a:cubicBezTo>
                    <a:pt x="14963" y="2413000"/>
                    <a:pt x="0" y="2398037"/>
                    <a:pt x="0" y="2379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652000" cy="23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Blue.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2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84280" y="9029700"/>
            <a:ext cx="4132220" cy="1066800"/>
            <a:chOff x="0" y="0"/>
            <a:chExt cx="5509627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509627" cy="1422400"/>
              <a:chOff x="0" y="0"/>
              <a:chExt cx="5509627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509627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509627">
                    <a:moveTo>
                      <a:pt x="117097" y="0"/>
                    </a:moveTo>
                    <a:lnTo>
                      <a:pt x="5392530" y="0"/>
                    </a:lnTo>
                    <a:cubicBezTo>
                      <a:pt x="5423586" y="0"/>
                      <a:pt x="5453370" y="12337"/>
                      <a:pt x="5475330" y="34297"/>
                    </a:cubicBezTo>
                    <a:cubicBezTo>
                      <a:pt x="5497290" y="56257"/>
                      <a:pt x="5509627" y="86041"/>
                      <a:pt x="5509627" y="117097"/>
                    </a:cubicBezTo>
                    <a:lnTo>
                      <a:pt x="5509627" y="1305303"/>
                    </a:lnTo>
                    <a:cubicBezTo>
                      <a:pt x="5509627" y="1369974"/>
                      <a:pt x="5457201" y="1422400"/>
                      <a:pt x="5392530" y="1422400"/>
                    </a:cubicBezTo>
                    <a:lnTo>
                      <a:pt x="117097" y="1422400"/>
                    </a:lnTo>
                    <a:cubicBezTo>
                      <a:pt x="52426" y="1422400"/>
                      <a:pt x="0" y="1369974"/>
                      <a:pt x="0" y="1305303"/>
                    </a:cubicBezTo>
                    <a:lnTo>
                      <a:pt x="0" y="117097"/>
                    </a:lnTo>
                    <a:cubicBezTo>
                      <a:pt x="0" y="52426"/>
                      <a:pt x="52426" y="0"/>
                      <a:pt x="1170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509627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17863" y="625475"/>
              <a:ext cx="3814357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344129" y="127000"/>
              <a:ext cx="974780" cy="1168400"/>
            </a:xfrm>
            <a:custGeom>
              <a:avLst/>
              <a:gdLst/>
              <a:ahLst/>
              <a:cxnLst/>
              <a:rect r="r" b="b" t="t" l="l"/>
              <a:pathLst>
                <a:path h="1168400" w="974780">
                  <a:moveTo>
                    <a:pt x="0" y="0"/>
                  </a:moveTo>
                  <a:lnTo>
                    <a:pt x="974780" y="0"/>
                  </a:lnTo>
                  <a:lnTo>
                    <a:pt x="974780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31" t="0" r="-9931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C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6858000"/>
            <a:ext cx="7239000" cy="1809750"/>
            <a:chOff x="0" y="0"/>
            <a:chExt cx="9652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652000">
                  <a:moveTo>
                    <a:pt x="33421" y="0"/>
                  </a:moveTo>
                  <a:lnTo>
                    <a:pt x="9618579" y="0"/>
                  </a:lnTo>
                  <a:cubicBezTo>
                    <a:pt x="9637037" y="0"/>
                    <a:pt x="9652000" y="14963"/>
                    <a:pt x="9652000" y="33421"/>
                  </a:cubicBezTo>
                  <a:lnTo>
                    <a:pt x="9652000" y="2379579"/>
                  </a:lnTo>
                  <a:cubicBezTo>
                    <a:pt x="9652000" y="2398037"/>
                    <a:pt x="9637037" y="2413000"/>
                    <a:pt x="9618579" y="2413000"/>
                  </a:cubicBezTo>
                  <a:lnTo>
                    <a:pt x="33421" y="2413000"/>
                  </a:lnTo>
                  <a:cubicBezTo>
                    <a:pt x="14963" y="2413000"/>
                    <a:pt x="0" y="2398037"/>
                    <a:pt x="0" y="2379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652000" cy="23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Sky.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3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748436" y="9029700"/>
            <a:ext cx="3968064" cy="1123950"/>
            <a:chOff x="0" y="0"/>
            <a:chExt cx="5290752" cy="14986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290752" cy="1422400"/>
              <a:chOff x="0" y="0"/>
              <a:chExt cx="5290752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290752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290752">
                    <a:moveTo>
                      <a:pt x="121941" y="0"/>
                    </a:moveTo>
                    <a:lnTo>
                      <a:pt x="5168811" y="0"/>
                    </a:lnTo>
                    <a:cubicBezTo>
                      <a:pt x="5201152" y="0"/>
                      <a:pt x="5232168" y="12847"/>
                      <a:pt x="5255037" y="35716"/>
                    </a:cubicBezTo>
                    <a:cubicBezTo>
                      <a:pt x="5277905" y="58584"/>
                      <a:pt x="5290752" y="89600"/>
                      <a:pt x="5290752" y="121941"/>
                    </a:cubicBezTo>
                    <a:lnTo>
                      <a:pt x="5290752" y="1300459"/>
                    </a:lnTo>
                    <a:cubicBezTo>
                      <a:pt x="5290752" y="1367805"/>
                      <a:pt x="5236158" y="1422400"/>
                      <a:pt x="5168811" y="1422400"/>
                    </a:cubicBezTo>
                    <a:lnTo>
                      <a:pt x="121941" y="1422400"/>
                    </a:lnTo>
                    <a:cubicBezTo>
                      <a:pt x="89600" y="1422400"/>
                      <a:pt x="58584" y="1409553"/>
                      <a:pt x="35716" y="1386684"/>
                    </a:cubicBezTo>
                    <a:cubicBezTo>
                      <a:pt x="12847" y="1363816"/>
                      <a:pt x="0" y="1332800"/>
                      <a:pt x="0" y="1300459"/>
                    </a:cubicBezTo>
                    <a:lnTo>
                      <a:pt x="0" y="121941"/>
                    </a:lnTo>
                    <a:cubicBezTo>
                      <a:pt x="0" y="89600"/>
                      <a:pt x="12847" y="58584"/>
                      <a:pt x="35716" y="35716"/>
                    </a:cubicBezTo>
                    <a:cubicBezTo>
                      <a:pt x="58584" y="12847"/>
                      <a:pt x="89600" y="0"/>
                      <a:pt x="1219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290752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05236" y="625475"/>
              <a:ext cx="3662829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171555" y="127000"/>
              <a:ext cx="936056" cy="1168400"/>
            </a:xfrm>
            <a:custGeom>
              <a:avLst/>
              <a:gdLst/>
              <a:ahLst/>
              <a:cxnLst/>
              <a:rect r="r" b="b" t="t" l="l"/>
              <a:pathLst>
                <a:path h="1168400" w="936056">
                  <a:moveTo>
                    <a:pt x="0" y="0"/>
                  </a:moveTo>
                  <a:lnTo>
                    <a:pt x="936056" y="0"/>
                  </a:lnTo>
                  <a:lnTo>
                    <a:pt x="936056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410" t="0" r="-1241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91750" y="6858000"/>
            <a:ext cx="7239000" cy="1809750"/>
            <a:chOff x="0" y="0"/>
            <a:chExt cx="9652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652000">
                  <a:moveTo>
                    <a:pt x="33421" y="0"/>
                  </a:moveTo>
                  <a:lnTo>
                    <a:pt x="9618579" y="0"/>
                  </a:lnTo>
                  <a:cubicBezTo>
                    <a:pt x="9637037" y="0"/>
                    <a:pt x="9652000" y="14963"/>
                    <a:pt x="9652000" y="33421"/>
                  </a:cubicBezTo>
                  <a:lnTo>
                    <a:pt x="9652000" y="2379579"/>
                  </a:lnTo>
                  <a:cubicBezTo>
                    <a:pt x="9652000" y="2398037"/>
                    <a:pt x="9637037" y="2413000"/>
                    <a:pt x="9618579" y="2413000"/>
                  </a:cubicBezTo>
                  <a:lnTo>
                    <a:pt x="33421" y="2413000"/>
                  </a:lnTo>
                  <a:cubicBezTo>
                    <a:pt x="14963" y="2413000"/>
                    <a:pt x="0" y="2398037"/>
                    <a:pt x="0" y="2379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652000" cy="23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Reach up!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4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611639" y="9029700"/>
            <a:ext cx="4104861" cy="1066800"/>
            <a:chOff x="0" y="0"/>
            <a:chExt cx="5473148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473148" cy="1422400"/>
              <a:chOff x="0" y="0"/>
              <a:chExt cx="5473148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473148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473148">
                    <a:moveTo>
                      <a:pt x="117877" y="0"/>
                    </a:moveTo>
                    <a:lnTo>
                      <a:pt x="5355270" y="0"/>
                    </a:lnTo>
                    <a:cubicBezTo>
                      <a:pt x="5386533" y="0"/>
                      <a:pt x="5416516" y="12419"/>
                      <a:pt x="5438622" y="34525"/>
                    </a:cubicBezTo>
                    <a:cubicBezTo>
                      <a:pt x="5460729" y="56632"/>
                      <a:pt x="5473148" y="86614"/>
                      <a:pt x="5473148" y="117877"/>
                    </a:cubicBezTo>
                    <a:lnTo>
                      <a:pt x="5473148" y="1304523"/>
                    </a:lnTo>
                    <a:cubicBezTo>
                      <a:pt x="5473148" y="1335786"/>
                      <a:pt x="5460729" y="1365768"/>
                      <a:pt x="5438622" y="1387875"/>
                    </a:cubicBezTo>
                    <a:cubicBezTo>
                      <a:pt x="5416516" y="1409981"/>
                      <a:pt x="5386533" y="1422400"/>
                      <a:pt x="5355270" y="1422400"/>
                    </a:cubicBezTo>
                    <a:lnTo>
                      <a:pt x="117877" y="1422400"/>
                    </a:lnTo>
                    <a:cubicBezTo>
                      <a:pt x="86614" y="1422400"/>
                      <a:pt x="56632" y="1409981"/>
                      <a:pt x="34525" y="1387875"/>
                    </a:cubicBezTo>
                    <a:cubicBezTo>
                      <a:pt x="12419" y="1365768"/>
                      <a:pt x="0" y="1335786"/>
                      <a:pt x="0" y="1304523"/>
                    </a:cubicBezTo>
                    <a:lnTo>
                      <a:pt x="0" y="117877"/>
                    </a:lnTo>
                    <a:cubicBezTo>
                      <a:pt x="0" y="86614"/>
                      <a:pt x="12419" y="56632"/>
                      <a:pt x="34525" y="34525"/>
                    </a:cubicBezTo>
                    <a:cubicBezTo>
                      <a:pt x="56632" y="12419"/>
                      <a:pt x="86614" y="0"/>
                      <a:pt x="1178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473148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15759" y="625475"/>
              <a:ext cx="378910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315367" y="127000"/>
              <a:ext cx="968326" cy="1168400"/>
            </a:xfrm>
            <a:custGeom>
              <a:avLst/>
              <a:gdLst/>
              <a:ahLst/>
              <a:cxnLst/>
              <a:rect r="r" b="b" t="t" l="l"/>
              <a:pathLst>
                <a:path h="1168400" w="968326">
                  <a:moveTo>
                    <a:pt x="0" y="0"/>
                  </a:moveTo>
                  <a:lnTo>
                    <a:pt x="968326" y="0"/>
                  </a:lnTo>
                  <a:lnTo>
                    <a:pt x="968326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30" t="0" r="-1033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6858000"/>
            <a:ext cx="7239000" cy="1809750"/>
            <a:chOff x="0" y="0"/>
            <a:chExt cx="9652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652000">
                  <a:moveTo>
                    <a:pt x="33421" y="0"/>
                  </a:moveTo>
                  <a:lnTo>
                    <a:pt x="9618579" y="0"/>
                  </a:lnTo>
                  <a:cubicBezTo>
                    <a:pt x="9637037" y="0"/>
                    <a:pt x="9652000" y="14963"/>
                    <a:pt x="9652000" y="33421"/>
                  </a:cubicBezTo>
                  <a:lnTo>
                    <a:pt x="9652000" y="2379579"/>
                  </a:lnTo>
                  <a:cubicBezTo>
                    <a:pt x="9652000" y="2398037"/>
                    <a:pt x="9637037" y="2413000"/>
                    <a:pt x="9618579" y="2413000"/>
                  </a:cubicBezTo>
                  <a:lnTo>
                    <a:pt x="33421" y="2413000"/>
                  </a:lnTo>
                  <a:cubicBezTo>
                    <a:pt x="14963" y="2413000"/>
                    <a:pt x="0" y="2398037"/>
                    <a:pt x="0" y="2379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652000" cy="23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Bird.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5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611639" y="9029700"/>
            <a:ext cx="4104861" cy="1066800"/>
            <a:chOff x="0" y="0"/>
            <a:chExt cx="5473148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473148" cy="1422400"/>
              <a:chOff x="0" y="0"/>
              <a:chExt cx="5473148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473148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473148">
                    <a:moveTo>
                      <a:pt x="117877" y="0"/>
                    </a:moveTo>
                    <a:lnTo>
                      <a:pt x="5355270" y="0"/>
                    </a:lnTo>
                    <a:cubicBezTo>
                      <a:pt x="5386533" y="0"/>
                      <a:pt x="5416516" y="12419"/>
                      <a:pt x="5438622" y="34525"/>
                    </a:cubicBezTo>
                    <a:cubicBezTo>
                      <a:pt x="5460729" y="56632"/>
                      <a:pt x="5473148" y="86614"/>
                      <a:pt x="5473148" y="117877"/>
                    </a:cubicBezTo>
                    <a:lnTo>
                      <a:pt x="5473148" y="1304523"/>
                    </a:lnTo>
                    <a:cubicBezTo>
                      <a:pt x="5473148" y="1335786"/>
                      <a:pt x="5460729" y="1365768"/>
                      <a:pt x="5438622" y="1387875"/>
                    </a:cubicBezTo>
                    <a:cubicBezTo>
                      <a:pt x="5416516" y="1409981"/>
                      <a:pt x="5386533" y="1422400"/>
                      <a:pt x="5355270" y="1422400"/>
                    </a:cubicBezTo>
                    <a:lnTo>
                      <a:pt x="117877" y="1422400"/>
                    </a:lnTo>
                    <a:cubicBezTo>
                      <a:pt x="86614" y="1422400"/>
                      <a:pt x="56632" y="1409981"/>
                      <a:pt x="34525" y="1387875"/>
                    </a:cubicBezTo>
                    <a:cubicBezTo>
                      <a:pt x="12419" y="1365768"/>
                      <a:pt x="0" y="1335786"/>
                      <a:pt x="0" y="1304523"/>
                    </a:cubicBezTo>
                    <a:lnTo>
                      <a:pt x="0" y="117877"/>
                    </a:lnTo>
                    <a:cubicBezTo>
                      <a:pt x="0" y="86614"/>
                      <a:pt x="12419" y="56632"/>
                      <a:pt x="34525" y="34525"/>
                    </a:cubicBezTo>
                    <a:cubicBezTo>
                      <a:pt x="56632" y="12419"/>
                      <a:pt x="86614" y="0"/>
                      <a:pt x="1178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473148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15759" y="625475"/>
              <a:ext cx="378910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315367" y="127000"/>
              <a:ext cx="968326" cy="1168400"/>
            </a:xfrm>
            <a:custGeom>
              <a:avLst/>
              <a:gdLst/>
              <a:ahLst/>
              <a:cxnLst/>
              <a:rect r="r" b="b" t="t" l="l"/>
              <a:pathLst>
                <a:path h="1168400" w="968326">
                  <a:moveTo>
                    <a:pt x="0" y="0"/>
                  </a:moveTo>
                  <a:lnTo>
                    <a:pt x="968326" y="0"/>
                  </a:lnTo>
                  <a:lnTo>
                    <a:pt x="968326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30" t="0" r="-1033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C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6858000"/>
            <a:ext cx="7239000" cy="1809750"/>
            <a:chOff x="0" y="0"/>
            <a:chExt cx="9652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652000">
                  <a:moveTo>
                    <a:pt x="33421" y="0"/>
                  </a:moveTo>
                  <a:lnTo>
                    <a:pt x="9618579" y="0"/>
                  </a:lnTo>
                  <a:cubicBezTo>
                    <a:pt x="9637037" y="0"/>
                    <a:pt x="9652000" y="14963"/>
                    <a:pt x="9652000" y="33421"/>
                  </a:cubicBezTo>
                  <a:lnTo>
                    <a:pt x="9652000" y="2379579"/>
                  </a:lnTo>
                  <a:cubicBezTo>
                    <a:pt x="9652000" y="2398037"/>
                    <a:pt x="9637037" y="2413000"/>
                    <a:pt x="9618579" y="2413000"/>
                  </a:cubicBezTo>
                  <a:lnTo>
                    <a:pt x="33421" y="2413000"/>
                  </a:lnTo>
                  <a:cubicBezTo>
                    <a:pt x="14963" y="2413000"/>
                    <a:pt x="0" y="2398037"/>
                    <a:pt x="0" y="2379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652000" cy="23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Flap, flap!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6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29561" y="9029700"/>
            <a:ext cx="4186939" cy="1066800"/>
            <a:chOff x="0" y="0"/>
            <a:chExt cx="5582585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582585" cy="1422400"/>
              <a:chOff x="0" y="0"/>
              <a:chExt cx="5582585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582585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582585">
                    <a:moveTo>
                      <a:pt x="115567" y="0"/>
                    </a:moveTo>
                    <a:lnTo>
                      <a:pt x="5467019" y="0"/>
                    </a:lnTo>
                    <a:cubicBezTo>
                      <a:pt x="5497669" y="0"/>
                      <a:pt x="5527064" y="12176"/>
                      <a:pt x="5548737" y="33849"/>
                    </a:cubicBezTo>
                    <a:cubicBezTo>
                      <a:pt x="5570410" y="55522"/>
                      <a:pt x="5582585" y="84916"/>
                      <a:pt x="5582585" y="115567"/>
                    </a:cubicBezTo>
                    <a:lnTo>
                      <a:pt x="5582585" y="1306834"/>
                    </a:lnTo>
                    <a:cubicBezTo>
                      <a:pt x="5582585" y="1370659"/>
                      <a:pt x="5530844" y="1422400"/>
                      <a:pt x="5467019" y="1422400"/>
                    </a:cubicBezTo>
                    <a:lnTo>
                      <a:pt x="115567" y="1422400"/>
                    </a:lnTo>
                    <a:cubicBezTo>
                      <a:pt x="84916" y="1422400"/>
                      <a:pt x="55522" y="1410224"/>
                      <a:pt x="33849" y="1388551"/>
                    </a:cubicBezTo>
                    <a:cubicBezTo>
                      <a:pt x="12176" y="1366878"/>
                      <a:pt x="0" y="1337484"/>
                      <a:pt x="0" y="1306834"/>
                    </a:cubicBezTo>
                    <a:lnTo>
                      <a:pt x="0" y="115567"/>
                    </a:lnTo>
                    <a:cubicBezTo>
                      <a:pt x="0" y="84916"/>
                      <a:pt x="12176" y="55522"/>
                      <a:pt x="33849" y="33849"/>
                    </a:cubicBezTo>
                    <a:cubicBezTo>
                      <a:pt x="55522" y="12176"/>
                      <a:pt x="84916" y="0"/>
                      <a:pt x="1155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582585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22072" y="625475"/>
              <a:ext cx="3864867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401654" y="127000"/>
              <a:ext cx="987688" cy="1168400"/>
            </a:xfrm>
            <a:custGeom>
              <a:avLst/>
              <a:gdLst/>
              <a:ahLst/>
              <a:cxnLst/>
              <a:rect r="r" b="b" t="t" l="l"/>
              <a:pathLst>
                <a:path h="1168400" w="987688">
                  <a:moveTo>
                    <a:pt x="0" y="0"/>
                  </a:moveTo>
                  <a:lnTo>
                    <a:pt x="987688" y="0"/>
                  </a:lnTo>
                  <a:lnTo>
                    <a:pt x="987688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148" t="0" r="-9148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91750" y="6858000"/>
            <a:ext cx="7239000" cy="1809750"/>
            <a:chOff x="0" y="0"/>
            <a:chExt cx="9652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652000">
                  <a:moveTo>
                    <a:pt x="33421" y="0"/>
                  </a:moveTo>
                  <a:lnTo>
                    <a:pt x="9618579" y="0"/>
                  </a:lnTo>
                  <a:cubicBezTo>
                    <a:pt x="9637037" y="0"/>
                    <a:pt x="9652000" y="14963"/>
                    <a:pt x="9652000" y="33421"/>
                  </a:cubicBezTo>
                  <a:lnTo>
                    <a:pt x="9652000" y="2379579"/>
                  </a:lnTo>
                  <a:cubicBezTo>
                    <a:pt x="9652000" y="2398037"/>
                    <a:pt x="9637037" y="2413000"/>
                    <a:pt x="9618579" y="2413000"/>
                  </a:cubicBezTo>
                  <a:lnTo>
                    <a:pt x="33421" y="2413000"/>
                  </a:lnTo>
                  <a:cubicBezTo>
                    <a:pt x="14963" y="2413000"/>
                    <a:pt x="0" y="2398037"/>
                    <a:pt x="0" y="2379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652000" cy="23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Keep it clean.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7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392765" y="9029700"/>
            <a:ext cx="4323735" cy="1066800"/>
            <a:chOff x="0" y="0"/>
            <a:chExt cx="5764981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764981" cy="1422400"/>
              <a:chOff x="0" y="0"/>
              <a:chExt cx="5764981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764981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764981">
                    <a:moveTo>
                      <a:pt x="111910" y="0"/>
                    </a:moveTo>
                    <a:lnTo>
                      <a:pt x="5653070" y="0"/>
                    </a:lnTo>
                    <a:cubicBezTo>
                      <a:pt x="5682751" y="0"/>
                      <a:pt x="5711216" y="11791"/>
                      <a:pt x="5732203" y="32778"/>
                    </a:cubicBezTo>
                    <a:cubicBezTo>
                      <a:pt x="5753190" y="53765"/>
                      <a:pt x="5764981" y="82230"/>
                      <a:pt x="5764981" y="111910"/>
                    </a:cubicBezTo>
                    <a:lnTo>
                      <a:pt x="5764981" y="1310490"/>
                    </a:lnTo>
                    <a:cubicBezTo>
                      <a:pt x="5764981" y="1340170"/>
                      <a:pt x="5753190" y="1368635"/>
                      <a:pt x="5732203" y="1389622"/>
                    </a:cubicBezTo>
                    <a:cubicBezTo>
                      <a:pt x="5711216" y="1410610"/>
                      <a:pt x="5682751" y="1422400"/>
                      <a:pt x="5653070" y="1422400"/>
                    </a:cubicBezTo>
                    <a:lnTo>
                      <a:pt x="111910" y="1422400"/>
                    </a:lnTo>
                    <a:cubicBezTo>
                      <a:pt x="82230" y="1422400"/>
                      <a:pt x="53765" y="1410610"/>
                      <a:pt x="32778" y="1389622"/>
                    </a:cubicBezTo>
                    <a:cubicBezTo>
                      <a:pt x="11791" y="1368635"/>
                      <a:pt x="0" y="1340170"/>
                      <a:pt x="0" y="1310490"/>
                    </a:cubicBezTo>
                    <a:lnTo>
                      <a:pt x="0" y="111910"/>
                    </a:lnTo>
                    <a:cubicBezTo>
                      <a:pt x="0" y="82230"/>
                      <a:pt x="11791" y="53765"/>
                      <a:pt x="32778" y="32778"/>
                    </a:cubicBezTo>
                    <a:cubicBezTo>
                      <a:pt x="53765" y="11791"/>
                      <a:pt x="82230" y="0"/>
                      <a:pt x="1119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764981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32595" y="625475"/>
              <a:ext cx="399114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545466" y="127000"/>
              <a:ext cx="1019958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19958">
                  <a:moveTo>
                    <a:pt x="0" y="0"/>
                  </a:moveTo>
                  <a:lnTo>
                    <a:pt x="1019958" y="0"/>
                  </a:lnTo>
                  <a:lnTo>
                    <a:pt x="1019958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76" t="0" r="-727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C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10000" y="6858000"/>
            <a:ext cx="10668000" cy="1809750"/>
            <a:chOff x="0" y="0"/>
            <a:chExt cx="14224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2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4224000">
                  <a:moveTo>
                    <a:pt x="22679" y="0"/>
                  </a:moveTo>
                  <a:lnTo>
                    <a:pt x="14201321" y="0"/>
                  </a:lnTo>
                  <a:cubicBezTo>
                    <a:pt x="14213847" y="0"/>
                    <a:pt x="14224000" y="10154"/>
                    <a:pt x="14224000" y="22679"/>
                  </a:cubicBezTo>
                  <a:lnTo>
                    <a:pt x="14224000" y="2390321"/>
                  </a:lnTo>
                  <a:cubicBezTo>
                    <a:pt x="14224000" y="2402847"/>
                    <a:pt x="14213847" y="2413000"/>
                    <a:pt x="14201321" y="2413000"/>
                  </a:cubicBezTo>
                  <a:lnTo>
                    <a:pt x="22679" y="2413000"/>
                  </a:lnTo>
                  <a:cubicBezTo>
                    <a:pt x="10154" y="2413000"/>
                    <a:pt x="0" y="2402847"/>
                    <a:pt x="0" y="2390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14224000" cy="2336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12"/>
                </a:lnSpc>
              </a:pPr>
              <a:r>
                <a:rPr lang="en-US" sz="52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God made the blue sky.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8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365405" y="9029700"/>
            <a:ext cx="4351095" cy="1066800"/>
            <a:chOff x="0" y="0"/>
            <a:chExt cx="5801460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801460" cy="1422400"/>
              <a:chOff x="0" y="0"/>
              <a:chExt cx="5801460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80146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801460">
                    <a:moveTo>
                      <a:pt x="111206" y="0"/>
                    </a:moveTo>
                    <a:lnTo>
                      <a:pt x="5690253" y="0"/>
                    </a:lnTo>
                    <a:cubicBezTo>
                      <a:pt x="5719747" y="0"/>
                      <a:pt x="5748033" y="11716"/>
                      <a:pt x="5768888" y="32572"/>
                    </a:cubicBezTo>
                    <a:cubicBezTo>
                      <a:pt x="5789743" y="53427"/>
                      <a:pt x="5801460" y="81713"/>
                      <a:pt x="5801460" y="111206"/>
                    </a:cubicBezTo>
                    <a:lnTo>
                      <a:pt x="5801460" y="1311194"/>
                    </a:lnTo>
                    <a:cubicBezTo>
                      <a:pt x="5801460" y="1372611"/>
                      <a:pt x="5751671" y="1422400"/>
                      <a:pt x="5690253" y="1422400"/>
                    </a:cubicBezTo>
                    <a:lnTo>
                      <a:pt x="111206" y="1422400"/>
                    </a:lnTo>
                    <a:cubicBezTo>
                      <a:pt x="49789" y="1422400"/>
                      <a:pt x="0" y="1372611"/>
                      <a:pt x="0" y="1311194"/>
                    </a:cubicBezTo>
                    <a:lnTo>
                      <a:pt x="0" y="111206"/>
                    </a:lnTo>
                    <a:cubicBezTo>
                      <a:pt x="0" y="49789"/>
                      <a:pt x="49789" y="0"/>
                      <a:pt x="1112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80146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34700" y="625475"/>
              <a:ext cx="401639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574228" y="127000"/>
              <a:ext cx="1026412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26412">
                  <a:moveTo>
                    <a:pt x="0" y="0"/>
                  </a:moveTo>
                  <a:lnTo>
                    <a:pt x="1026412" y="0"/>
                  </a:lnTo>
                  <a:lnTo>
                    <a:pt x="1026412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16" t="0" r="-691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667250" y="1381125"/>
            <a:ext cx="8953500" cy="1428750"/>
            <a:chOff x="0" y="0"/>
            <a:chExt cx="11938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3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938000">
                  <a:moveTo>
                    <a:pt x="27021" y="0"/>
                  </a:moveTo>
                  <a:lnTo>
                    <a:pt x="11910978" y="0"/>
                  </a:lnTo>
                  <a:cubicBezTo>
                    <a:pt x="11918145" y="0"/>
                    <a:pt x="11925018" y="2847"/>
                    <a:pt x="11930086" y="7914"/>
                  </a:cubicBezTo>
                  <a:cubicBezTo>
                    <a:pt x="11935153" y="12982"/>
                    <a:pt x="11938000" y="19855"/>
                    <a:pt x="11938000" y="27021"/>
                  </a:cubicBezTo>
                  <a:lnTo>
                    <a:pt x="11938000" y="1877979"/>
                  </a:lnTo>
                  <a:cubicBezTo>
                    <a:pt x="11938000" y="1885145"/>
                    <a:pt x="11935153" y="1892018"/>
                    <a:pt x="11930086" y="1897086"/>
                  </a:cubicBezTo>
                  <a:cubicBezTo>
                    <a:pt x="11925018" y="1902153"/>
                    <a:pt x="11918145" y="1905000"/>
                    <a:pt x="11910978" y="1905000"/>
                  </a:cubicBezTo>
                  <a:lnTo>
                    <a:pt x="27021" y="1905000"/>
                  </a:lnTo>
                  <a:cubicBezTo>
                    <a:pt x="19855" y="1905000"/>
                    <a:pt x="12982" y="1902153"/>
                    <a:pt x="7914" y="1897086"/>
                  </a:cubicBezTo>
                  <a:cubicBezTo>
                    <a:pt x="2847" y="1892018"/>
                    <a:pt x="0" y="1885145"/>
                    <a:pt x="0" y="18779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11938000" cy="1819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Where is the sky?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9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55968" y="9029700"/>
            <a:ext cx="4460532" cy="1066800"/>
            <a:chOff x="0" y="0"/>
            <a:chExt cx="5947376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947376" cy="1422400"/>
              <a:chOff x="0" y="0"/>
              <a:chExt cx="5947376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947376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947376">
                    <a:moveTo>
                      <a:pt x="108478" y="0"/>
                    </a:moveTo>
                    <a:lnTo>
                      <a:pt x="5838898" y="0"/>
                    </a:lnTo>
                    <a:cubicBezTo>
                      <a:pt x="5898809" y="0"/>
                      <a:pt x="5947376" y="48567"/>
                      <a:pt x="5947376" y="108478"/>
                    </a:cubicBezTo>
                    <a:lnTo>
                      <a:pt x="5947376" y="1313922"/>
                    </a:lnTo>
                    <a:cubicBezTo>
                      <a:pt x="5947376" y="1342692"/>
                      <a:pt x="5935947" y="1370284"/>
                      <a:pt x="5915604" y="1390628"/>
                    </a:cubicBezTo>
                    <a:cubicBezTo>
                      <a:pt x="5895260" y="1410971"/>
                      <a:pt x="5867668" y="1422400"/>
                      <a:pt x="5838898" y="1422400"/>
                    </a:cubicBezTo>
                    <a:lnTo>
                      <a:pt x="108478" y="1422400"/>
                    </a:lnTo>
                    <a:cubicBezTo>
                      <a:pt x="48567" y="1422400"/>
                      <a:pt x="0" y="1373833"/>
                      <a:pt x="0" y="1313922"/>
                    </a:cubicBezTo>
                    <a:lnTo>
                      <a:pt x="0" y="108478"/>
                    </a:lnTo>
                    <a:cubicBezTo>
                      <a:pt x="0" y="48567"/>
                      <a:pt x="48567" y="0"/>
                      <a:pt x="1084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947376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43118" y="625475"/>
              <a:ext cx="4117414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689277" y="127000"/>
              <a:ext cx="1052228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52228">
                  <a:moveTo>
                    <a:pt x="0" y="0"/>
                  </a:moveTo>
                  <a:lnTo>
                    <a:pt x="1052228" y="0"/>
                  </a:lnTo>
                  <a:lnTo>
                    <a:pt x="1052228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520" t="0" r="-552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667250" y="1381125"/>
            <a:ext cx="8953500" cy="1428750"/>
            <a:chOff x="0" y="0"/>
            <a:chExt cx="11938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3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938000">
                  <a:moveTo>
                    <a:pt x="27021" y="0"/>
                  </a:moveTo>
                  <a:lnTo>
                    <a:pt x="11910978" y="0"/>
                  </a:lnTo>
                  <a:cubicBezTo>
                    <a:pt x="11918145" y="0"/>
                    <a:pt x="11925018" y="2847"/>
                    <a:pt x="11930086" y="7914"/>
                  </a:cubicBezTo>
                  <a:cubicBezTo>
                    <a:pt x="11935153" y="12982"/>
                    <a:pt x="11938000" y="19855"/>
                    <a:pt x="11938000" y="27021"/>
                  </a:cubicBezTo>
                  <a:lnTo>
                    <a:pt x="11938000" y="1877979"/>
                  </a:lnTo>
                  <a:cubicBezTo>
                    <a:pt x="11938000" y="1885145"/>
                    <a:pt x="11935153" y="1892018"/>
                    <a:pt x="11930086" y="1897086"/>
                  </a:cubicBezTo>
                  <a:cubicBezTo>
                    <a:pt x="11925018" y="1902153"/>
                    <a:pt x="11918145" y="1905000"/>
                    <a:pt x="11910978" y="1905000"/>
                  </a:cubicBezTo>
                  <a:lnTo>
                    <a:pt x="27021" y="1905000"/>
                  </a:lnTo>
                  <a:cubicBezTo>
                    <a:pt x="19855" y="1905000"/>
                    <a:pt x="12982" y="1902153"/>
                    <a:pt x="7914" y="1897086"/>
                  </a:cubicBezTo>
                  <a:cubicBezTo>
                    <a:pt x="2847" y="1892018"/>
                    <a:pt x="0" y="1885145"/>
                    <a:pt x="0" y="18779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11938000" cy="1819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Where is the bird?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10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392765" y="9029700"/>
            <a:ext cx="4323735" cy="1066800"/>
            <a:chOff x="0" y="0"/>
            <a:chExt cx="5764981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764981" cy="1422400"/>
              <a:chOff x="0" y="0"/>
              <a:chExt cx="5764981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764981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764981">
                    <a:moveTo>
                      <a:pt x="111910" y="0"/>
                    </a:moveTo>
                    <a:lnTo>
                      <a:pt x="5653070" y="0"/>
                    </a:lnTo>
                    <a:cubicBezTo>
                      <a:pt x="5682751" y="0"/>
                      <a:pt x="5711216" y="11791"/>
                      <a:pt x="5732203" y="32778"/>
                    </a:cubicBezTo>
                    <a:cubicBezTo>
                      <a:pt x="5753190" y="53765"/>
                      <a:pt x="5764981" y="82230"/>
                      <a:pt x="5764981" y="111910"/>
                    </a:cubicBezTo>
                    <a:lnTo>
                      <a:pt x="5764981" y="1310490"/>
                    </a:lnTo>
                    <a:cubicBezTo>
                      <a:pt x="5764981" y="1340170"/>
                      <a:pt x="5753190" y="1368635"/>
                      <a:pt x="5732203" y="1389622"/>
                    </a:cubicBezTo>
                    <a:cubicBezTo>
                      <a:pt x="5711216" y="1410610"/>
                      <a:pt x="5682751" y="1422400"/>
                      <a:pt x="5653070" y="1422400"/>
                    </a:cubicBezTo>
                    <a:lnTo>
                      <a:pt x="111910" y="1422400"/>
                    </a:lnTo>
                    <a:cubicBezTo>
                      <a:pt x="82230" y="1422400"/>
                      <a:pt x="53765" y="1410610"/>
                      <a:pt x="32778" y="1389622"/>
                    </a:cubicBezTo>
                    <a:cubicBezTo>
                      <a:pt x="11791" y="1368635"/>
                      <a:pt x="0" y="1340170"/>
                      <a:pt x="0" y="1310490"/>
                    </a:cubicBezTo>
                    <a:lnTo>
                      <a:pt x="0" y="111910"/>
                    </a:lnTo>
                    <a:cubicBezTo>
                      <a:pt x="0" y="82230"/>
                      <a:pt x="11791" y="53765"/>
                      <a:pt x="32778" y="32778"/>
                    </a:cubicBezTo>
                    <a:cubicBezTo>
                      <a:pt x="53765" y="11791"/>
                      <a:pt x="82230" y="0"/>
                      <a:pt x="1119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764981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32595" y="625475"/>
              <a:ext cx="399114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545466" y="127000"/>
              <a:ext cx="1019958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19958">
                  <a:moveTo>
                    <a:pt x="0" y="0"/>
                  </a:moveTo>
                  <a:lnTo>
                    <a:pt x="1019958" y="0"/>
                  </a:lnTo>
                  <a:lnTo>
                    <a:pt x="1019958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76" t="0" r="-727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6858000"/>
            <a:ext cx="7239000" cy="1809750"/>
            <a:chOff x="0" y="0"/>
            <a:chExt cx="9652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652000">
                  <a:moveTo>
                    <a:pt x="33421" y="0"/>
                  </a:moveTo>
                  <a:lnTo>
                    <a:pt x="9618579" y="0"/>
                  </a:lnTo>
                  <a:cubicBezTo>
                    <a:pt x="9637037" y="0"/>
                    <a:pt x="9652000" y="14963"/>
                    <a:pt x="9652000" y="33421"/>
                  </a:cubicBezTo>
                  <a:lnTo>
                    <a:pt x="9652000" y="2379579"/>
                  </a:lnTo>
                  <a:cubicBezTo>
                    <a:pt x="9652000" y="2398037"/>
                    <a:pt x="9637037" y="2413000"/>
                    <a:pt x="9618579" y="2413000"/>
                  </a:cubicBezTo>
                  <a:lnTo>
                    <a:pt x="33421" y="2413000"/>
                  </a:lnTo>
                  <a:cubicBezTo>
                    <a:pt x="14963" y="2413000"/>
                    <a:pt x="0" y="2398037"/>
                    <a:pt x="0" y="2379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652000" cy="23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Your turn!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11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146531" y="9029700"/>
            <a:ext cx="4569969" cy="1066800"/>
            <a:chOff x="0" y="0"/>
            <a:chExt cx="6093293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093293" cy="1422400"/>
              <a:chOff x="0" y="0"/>
              <a:chExt cx="6093293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093292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6093292">
                    <a:moveTo>
                      <a:pt x="105880" y="0"/>
                    </a:moveTo>
                    <a:lnTo>
                      <a:pt x="5987412" y="0"/>
                    </a:lnTo>
                    <a:cubicBezTo>
                      <a:pt x="6015493" y="0"/>
                      <a:pt x="6042424" y="11155"/>
                      <a:pt x="6062281" y="31012"/>
                    </a:cubicBezTo>
                    <a:cubicBezTo>
                      <a:pt x="6082137" y="50868"/>
                      <a:pt x="6093292" y="77799"/>
                      <a:pt x="6093292" y="105880"/>
                    </a:cubicBezTo>
                    <a:lnTo>
                      <a:pt x="6093292" y="1316520"/>
                    </a:lnTo>
                    <a:cubicBezTo>
                      <a:pt x="6093292" y="1344601"/>
                      <a:pt x="6082137" y="1371532"/>
                      <a:pt x="6062281" y="1391388"/>
                    </a:cubicBezTo>
                    <a:cubicBezTo>
                      <a:pt x="6042424" y="1411245"/>
                      <a:pt x="6015493" y="1422400"/>
                      <a:pt x="5987412" y="1422400"/>
                    </a:cubicBezTo>
                    <a:lnTo>
                      <a:pt x="105880" y="1422400"/>
                    </a:lnTo>
                    <a:cubicBezTo>
                      <a:pt x="77799" y="1422400"/>
                      <a:pt x="50868" y="1411245"/>
                      <a:pt x="31012" y="1391388"/>
                    </a:cubicBezTo>
                    <a:cubicBezTo>
                      <a:pt x="11155" y="1371532"/>
                      <a:pt x="0" y="1344601"/>
                      <a:pt x="0" y="1316520"/>
                    </a:cubicBezTo>
                    <a:lnTo>
                      <a:pt x="0" y="105880"/>
                    </a:lnTo>
                    <a:cubicBezTo>
                      <a:pt x="0" y="77799"/>
                      <a:pt x="11155" y="50868"/>
                      <a:pt x="31012" y="31012"/>
                    </a:cubicBezTo>
                    <a:cubicBezTo>
                      <a:pt x="50868" y="11155"/>
                      <a:pt x="77799" y="0"/>
                      <a:pt x="1058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093293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1536" y="625475"/>
              <a:ext cx="4218433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804327" y="127000"/>
              <a:ext cx="1078044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78044">
                  <a:moveTo>
                    <a:pt x="0" y="0"/>
                  </a:moveTo>
                  <a:lnTo>
                    <a:pt x="1078044" y="0"/>
                  </a:lnTo>
                  <a:lnTo>
                    <a:pt x="1078044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90" t="0" r="-419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C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10000" y="6858000"/>
            <a:ext cx="10668000" cy="1809750"/>
            <a:chOff x="0" y="0"/>
            <a:chExt cx="14224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2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4224000">
                  <a:moveTo>
                    <a:pt x="22679" y="0"/>
                  </a:moveTo>
                  <a:lnTo>
                    <a:pt x="14201321" y="0"/>
                  </a:lnTo>
                  <a:cubicBezTo>
                    <a:pt x="14213847" y="0"/>
                    <a:pt x="14224000" y="10154"/>
                    <a:pt x="14224000" y="22679"/>
                  </a:cubicBezTo>
                  <a:lnTo>
                    <a:pt x="14224000" y="2390321"/>
                  </a:lnTo>
                  <a:cubicBezTo>
                    <a:pt x="14224000" y="2402847"/>
                    <a:pt x="14213847" y="2413000"/>
                    <a:pt x="14201321" y="2413000"/>
                  </a:cubicBezTo>
                  <a:lnTo>
                    <a:pt x="22679" y="2413000"/>
                  </a:lnTo>
                  <a:cubicBezTo>
                    <a:pt x="10154" y="2413000"/>
                    <a:pt x="0" y="2402847"/>
                    <a:pt x="0" y="2390321"/>
                  </a:cubicBezTo>
                  <a:lnTo>
                    <a:pt x="0" y="22679"/>
                  </a:lnTo>
                  <a:cubicBezTo>
                    <a:pt x="0" y="10154"/>
                    <a:pt x="10154" y="0"/>
                    <a:pt x="22679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14224000" cy="2336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12"/>
                </a:lnSpc>
              </a:pPr>
              <a:r>
                <a:rPr lang="en-US" sz="52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Blue Sky. Blue Bird.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12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28609" y="9029700"/>
            <a:ext cx="4487891" cy="1066800"/>
            <a:chOff x="0" y="0"/>
            <a:chExt cx="5983855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983855" cy="1422400"/>
              <a:chOff x="0" y="0"/>
              <a:chExt cx="5983855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983855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983855">
                    <a:moveTo>
                      <a:pt x="107817" y="0"/>
                    </a:moveTo>
                    <a:lnTo>
                      <a:pt x="5876039" y="0"/>
                    </a:lnTo>
                    <a:cubicBezTo>
                      <a:pt x="5935584" y="0"/>
                      <a:pt x="5983855" y="48271"/>
                      <a:pt x="5983855" y="107817"/>
                    </a:cubicBezTo>
                    <a:lnTo>
                      <a:pt x="5983855" y="1314583"/>
                    </a:lnTo>
                    <a:cubicBezTo>
                      <a:pt x="5983855" y="1374129"/>
                      <a:pt x="5935584" y="1422400"/>
                      <a:pt x="5876039" y="1422400"/>
                    </a:cubicBezTo>
                    <a:lnTo>
                      <a:pt x="107817" y="1422400"/>
                    </a:lnTo>
                    <a:cubicBezTo>
                      <a:pt x="48271" y="1422400"/>
                      <a:pt x="0" y="1374129"/>
                      <a:pt x="0" y="1314583"/>
                    </a:cubicBezTo>
                    <a:lnTo>
                      <a:pt x="0" y="107817"/>
                    </a:lnTo>
                    <a:cubicBezTo>
                      <a:pt x="0" y="48271"/>
                      <a:pt x="48271" y="0"/>
                      <a:pt x="1078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983855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45222" y="625475"/>
              <a:ext cx="4142669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718040" y="127000"/>
              <a:ext cx="1058682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58682">
                  <a:moveTo>
                    <a:pt x="0" y="0"/>
                  </a:moveTo>
                  <a:lnTo>
                    <a:pt x="1058682" y="0"/>
                  </a:lnTo>
                  <a:lnTo>
                    <a:pt x="1058682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181" t="0" r="-5181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62050"/>
            <a:chOff x="0" y="0"/>
            <a:chExt cx="24384000" cy="1549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17496B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6858000"/>
            <a:ext cx="7239000" cy="1809750"/>
            <a:chOff x="0" y="0"/>
            <a:chExt cx="9652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9652000">
                  <a:moveTo>
                    <a:pt x="33421" y="0"/>
                  </a:moveTo>
                  <a:lnTo>
                    <a:pt x="9618579" y="0"/>
                  </a:lnTo>
                  <a:cubicBezTo>
                    <a:pt x="9637037" y="0"/>
                    <a:pt x="9652000" y="14963"/>
                    <a:pt x="9652000" y="33421"/>
                  </a:cubicBezTo>
                  <a:lnTo>
                    <a:pt x="9652000" y="2379579"/>
                  </a:lnTo>
                  <a:cubicBezTo>
                    <a:pt x="9652000" y="2398037"/>
                    <a:pt x="9637037" y="2413000"/>
                    <a:pt x="9618579" y="2413000"/>
                  </a:cubicBezTo>
                  <a:lnTo>
                    <a:pt x="33421" y="2413000"/>
                  </a:lnTo>
                  <a:cubicBezTo>
                    <a:pt x="14963" y="2413000"/>
                    <a:pt x="0" y="2398037"/>
                    <a:pt x="0" y="2379579"/>
                  </a:cubicBezTo>
                  <a:lnTo>
                    <a:pt x="0" y="33421"/>
                  </a:lnTo>
                  <a:cubicBezTo>
                    <a:pt x="0" y="14963"/>
                    <a:pt x="14963" y="0"/>
                    <a:pt x="33421" y="0"/>
                  </a:cubicBezTo>
                  <a:close/>
                </a:path>
              </a:pathLst>
            </a:custGeom>
            <a:solidFill>
              <a:srgbClr val="FFF7E8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652000" cy="232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57"/>
                </a:lnSpc>
              </a:pPr>
              <a:r>
                <a:rPr lang="en-US" sz="6150">
                  <a:solidFill>
                    <a:srgbClr val="138FD1"/>
                  </a:solidFill>
                  <a:latin typeface="Fredoka"/>
                  <a:ea typeface="Fredoka"/>
                  <a:cs typeface="Fredoka"/>
                  <a:sym typeface="Fredoka"/>
                </a:rPr>
                <a:t>Goodbye!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850" y="314325"/>
            <a:ext cx="876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51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6 - Hello! Blue!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811500" y="219075"/>
            <a:ext cx="1714500" cy="666750"/>
            <a:chOff x="0" y="0"/>
            <a:chExt cx="2286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286000">
                  <a:moveTo>
                    <a:pt x="254000" y="0"/>
                  </a:moveTo>
                  <a:lnTo>
                    <a:pt x="2032000" y="0"/>
                  </a:lnTo>
                  <a:cubicBezTo>
                    <a:pt x="2172280" y="0"/>
                    <a:pt x="2286000" y="113720"/>
                    <a:pt x="2286000" y="254000"/>
                  </a:cubicBezTo>
                  <a:lnTo>
                    <a:pt x="2286000" y="635000"/>
                  </a:lnTo>
                  <a:cubicBezTo>
                    <a:pt x="2286000" y="775280"/>
                    <a:pt x="2172280" y="889000"/>
                    <a:pt x="2032000" y="889000"/>
                  </a:cubicBezTo>
                  <a:lnTo>
                    <a:pt x="254000" y="889000"/>
                  </a:lnTo>
                  <a:cubicBezTo>
                    <a:pt x="113720" y="889000"/>
                    <a:pt x="0" y="775280"/>
                    <a:pt x="0" y="635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E45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811500" y="285750"/>
            <a:ext cx="1714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496B"/>
                </a:solidFill>
                <a:latin typeface="Nunito Bold"/>
                <a:ea typeface="Nunito Bold"/>
                <a:cs typeface="Nunito Bold"/>
                <a:sym typeface="Nunito Bold"/>
              </a:rPr>
              <a:t>13 /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420124" y="9029700"/>
            <a:ext cx="4296376" cy="1066800"/>
            <a:chOff x="0" y="0"/>
            <a:chExt cx="5728502" cy="14224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728502" cy="1422400"/>
              <a:chOff x="0" y="0"/>
              <a:chExt cx="5728502" cy="1422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728502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728502">
                    <a:moveTo>
                      <a:pt x="112623" y="0"/>
                    </a:moveTo>
                    <a:lnTo>
                      <a:pt x="5615879" y="0"/>
                    </a:lnTo>
                    <a:cubicBezTo>
                      <a:pt x="5678079" y="0"/>
                      <a:pt x="5728502" y="50423"/>
                      <a:pt x="5728502" y="112623"/>
                    </a:cubicBezTo>
                    <a:lnTo>
                      <a:pt x="5728502" y="1309777"/>
                    </a:lnTo>
                    <a:cubicBezTo>
                      <a:pt x="5728502" y="1339647"/>
                      <a:pt x="5716636" y="1368293"/>
                      <a:pt x="5695515" y="1389414"/>
                    </a:cubicBezTo>
                    <a:cubicBezTo>
                      <a:pt x="5674394" y="1410534"/>
                      <a:pt x="5645748" y="1422400"/>
                      <a:pt x="5615879" y="1422400"/>
                    </a:cubicBezTo>
                    <a:lnTo>
                      <a:pt x="112623" y="1422400"/>
                    </a:lnTo>
                    <a:cubicBezTo>
                      <a:pt x="50423" y="1422400"/>
                      <a:pt x="0" y="1371977"/>
                      <a:pt x="0" y="1309777"/>
                    </a:cubicBezTo>
                    <a:lnTo>
                      <a:pt x="0" y="112623"/>
                    </a:lnTo>
                    <a:cubicBezTo>
                      <a:pt x="0" y="50423"/>
                      <a:pt x="50423" y="0"/>
                      <a:pt x="1126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728502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30490" y="625475"/>
              <a:ext cx="396588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25"/>
                </a:lnSpc>
              </a:pPr>
              <a:r>
                <a:rPr lang="en-US" sz="1875" b="true">
                  <a:solidFill>
                    <a:srgbClr val="17496B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MONTH 1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516703" y="127000"/>
              <a:ext cx="1013504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13504">
                  <a:moveTo>
                    <a:pt x="0" y="0"/>
                  </a:moveTo>
                  <a:lnTo>
                    <a:pt x="1013504" y="0"/>
                  </a:lnTo>
                  <a:lnTo>
                    <a:pt x="1013504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41" t="0" r="-7641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DAHT2IRmXUU</dc:identifier>
  <dcterms:modified xsi:type="dcterms:W3CDTF">2011-08-01T06:04:30Z</dcterms:modified>
  <cp:revision>1</cp:revision>
  <dc:title>RemoEd L1M1 Lesson 6</dc:title>
</cp:coreProperties>
</file>