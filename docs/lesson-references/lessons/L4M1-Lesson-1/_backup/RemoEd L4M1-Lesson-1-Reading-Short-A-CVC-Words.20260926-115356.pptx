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4m1-l01-slide-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4m1-l01-slide-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4m1-l01-slide-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4m1-l01-slide-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4m1-l01-slide-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4m1-l01-slide-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4m1-l01-slide-0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4m1-l01-slide-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4m1-l01-slide-0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4m1-l01-slide-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4m1-l01-slide-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4m1-l01-slide-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4m1-l01-slide-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4m1-l01-slide-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4m1-l01-slide-1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4m1-l01-slide-1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4m1-l01-slide-1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4m1-l01-slide-1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4m1-l01-slide-1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4m1-l01-slide-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