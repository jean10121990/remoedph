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3m1-l04-slide-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3m1-l04-slide-0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3m1-l04-slide-0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3m1-l04-slide-0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3m1-l04-slide-0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3m1-l04-slide-0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3m1-l04-slide-0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3m1-l04-slide-0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3m1-l04-slide-0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3m1-l04-slide-1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3m1-l04-slide-1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3m1-l04-slide-1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3m1-l04-slide-1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3m1-l04-slide-1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3m1-l04-slide-1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3m1-l04-slide-1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3m1-l04-slide-1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3m1-l04-slide-1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