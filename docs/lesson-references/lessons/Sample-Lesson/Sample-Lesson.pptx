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Welcome to the Happiness Corner!</a:t>
            </a:r>
          </a:p>
          <a:p>
            <a:r>
              <a:t>On-screen: Hello!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The Happy Face</a:t>
            </a:r>
          </a:p>
          <a:p>
            <a:r>
              <a:t>On-screen: Happy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Smile Big!</a:t>
            </a:r>
          </a:p>
          <a:p>
            <a:r>
              <a:t>On-screen: Smile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I am Happy!</a:t>
            </a:r>
          </a:p>
          <a:p>
            <a:r>
              <a:t>On-screen: I am happy.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TPR Action: Big Smile!</a:t>
            </a:r>
          </a:p>
          <a:p>
            <a:r>
              <a:t>On-screen: Make a smile!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 Happy Heart</a:t>
            </a:r>
          </a:p>
          <a:p>
            <a:r>
              <a:t>On-screen: Happy heart.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Sharing Happiness</a:t>
            </a:r>
          </a:p>
          <a:p>
            <a:r>
              <a:t>On-screen: Share the joy.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Value of the Day: Smiling</a:t>
            </a:r>
          </a:p>
          <a:p>
            <a:r>
              <a:t>On-screen: Smile at friends.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Christian Value Integration</a:t>
            </a:r>
          </a:p>
          <a:p>
            <a:r>
              <a:t>On-screen: Thank you, God.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Game: Find the Happy Face!</a:t>
            </a:r>
          </a:p>
          <a:p>
            <a:r>
              <a:t>On-screen: Touch the happy face!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Game: Who is Smiling?</a:t>
            </a:r>
          </a:p>
          <a:p>
            <a:r>
              <a:t>On-screen: Touch the happy one!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Real World Connection (Mirror Check)</a:t>
            </a:r>
          </a:p>
          <a:p>
            <a:r>
              <a:t>On-screen: Your turn!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Sentence Practice</a:t>
            </a:r>
          </a:p>
          <a:p>
            <a:r>
              <a:t>On-screen: I am happy.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Lesson Review</a:t>
            </a:r>
          </a:p>
          <a:p>
            <a:r>
              <a:t>On-screen: Happy. Smile.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Goodbye &amp; Virtual Garden Reward</a:t>
            </a:r>
          </a:p>
          <a:p>
            <a:r>
              <a:t>On-screen: Goodbye!</a:t>
            </a:r>
          </a:p>
          <a:p>
            <a:r>
              <a:t>(No teacher script on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71600" y="2377440"/>
            <a:ext cx="9418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14800"/>
            <a:ext cx="3931920" cy="640080"/>
          </a:xfrm>
          <a:prstGeom prst="roundRect">
            <a:avLst/>
          </a:prstGeom>
          <a:solidFill>
            <a:srgbClr val="FAD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1605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Arial Rounded MT Bold"/>
              </a:rPr>
              <a:t>Hello!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Happy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Smile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I am happy.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Make a smile!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Happy heart.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Share the joy.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Smile at friends.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Thank you, God.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Touch the happy face!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Touch the happy one!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Your turn!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I am happy.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Happy. Smile.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6-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182880"/>
            <a:ext cx="3840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96"/>
                </a:solidFill>
                <a:latin typeface="Arial Rounded MT Bold"/>
              </a:rPr>
              <a:t>Lesson 6 – I am Happy!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371600" cy="411480"/>
          </a:xfrm>
          <a:prstGeom prst="roundRect">
            <a:avLst/>
          </a:prstGeom>
          <a:solidFill>
            <a:srgbClr val="5A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132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Rounded MT Bold"/>
              </a:rPr>
              <a:t>15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5989320"/>
            <a:ext cx="34747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6016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8B22"/>
                </a:solidFill>
                <a:latin typeface="Arial Rounded MT Bold"/>
              </a:rPr>
              <a:t>SPROUTS! MONTH 1</a:t>
            </a:r>
          </a:p>
        </p:txBody>
      </p:sp>
      <p:pic>
        <p:nvPicPr>
          <p:cNvPr id="9" name="Picture 8" descr="remoedph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961888"/>
            <a:ext cx="64008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926080" y="5074920"/>
            <a:ext cx="6309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206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696"/>
                </a:solidFill>
                <a:latin typeface="Arial Rounded MT Bold"/>
              </a:rPr>
              <a:t>Goodbye!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