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01-slide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01-slide-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01-slide-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01-slide-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01-slide-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01-slide-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01-slide-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01-slide-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01-slide-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01-slide-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01-slide-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01-slide-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01-slide-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01-slide-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01-slide-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01-slide-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01-slide-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3m1-l01-slide-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