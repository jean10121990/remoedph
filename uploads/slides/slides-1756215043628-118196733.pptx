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94A"/>
    <a:srgbClr val="D3E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5CDEFF-9C83-472E-B468-09B17A1DB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3B8331E-6705-4A16-A3F8-0C2AE7FCF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7714EE-8A04-4E8C-8C47-E6E97407F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6DC30-228D-4703-8BF0-AF09D0795543}" type="datetimeFigureOut">
              <a:rPr lang="zh-CN" altLang="en-US" smtClean="0"/>
              <a:t>2021/7/24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36C356-4BF9-4490-8BC3-419B919E7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34BA07-0D2B-45CC-AE82-422DA744B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CA28-CBAA-4956-B0D0-FEFBBCE21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047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5D82F7-CD8C-418A-AB1D-EA29471BA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CEE7CC-C1FD-4C44-8DFE-9E914B930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4AC36A-ECFC-4264-8081-8767F94C6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6DC30-228D-4703-8BF0-AF09D0795543}" type="datetimeFigureOut">
              <a:rPr lang="zh-CN" altLang="en-US" smtClean="0"/>
              <a:t>2021/7/24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7F7600-7966-4E6F-8470-5B7B9A0B1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2D86BD-A39B-4E12-9A8C-E083AD7AB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CA28-CBAA-4956-B0D0-FEFBBCE21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582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14ED5C-F621-4428-A837-67C1757C4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C9B3A7-27D6-4D24-8F51-D34BA66AA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0C051A-92E5-44A4-BCA1-2B85D8C74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6DC30-228D-4703-8BF0-AF09D0795543}" type="datetimeFigureOut">
              <a:rPr lang="zh-CN" altLang="en-US" smtClean="0"/>
              <a:t>2021/7/24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C04C7A-12D3-4625-AC25-F0A7E69B2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A22466-28C7-4ECF-873A-D4B46F614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CA28-CBAA-4956-B0D0-FEFBBCE21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837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271F1B-0E3B-4D24-8218-1CE38D9D3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7910F9-645C-446F-8DA1-C4885E9986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07C412-3934-4D8E-B992-385D34CF6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3B29F9-3921-4BC1-9B48-4DF8DBD24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6DC30-228D-4703-8BF0-AF09D0795543}" type="datetimeFigureOut">
              <a:rPr lang="zh-CN" altLang="en-US" smtClean="0"/>
              <a:t>2021/7/24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DF933E-A427-4A5F-ABCE-734306A80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F5CFC9-DB77-4CE6-A2F7-0E349A3C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CA28-CBAA-4956-B0D0-FEFBBCE21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791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D159C9-FA50-4C56-853F-AC606CB2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2AAE76-B51E-4081-82CD-D8511F796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CD6382-B0E5-4446-BB4C-80FB4E078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2CAB86C-FBA6-4529-B1A1-F7818DD2E7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C3DF565-C152-451F-9555-AD7FB39A0B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A16C79D-90D2-4143-995F-CF149BA77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6DC30-228D-4703-8BF0-AF09D0795543}" type="datetimeFigureOut">
              <a:rPr lang="zh-CN" altLang="en-US" smtClean="0"/>
              <a:t>2021/7/24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575481F-463D-4BFD-A87D-955EE613D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17A91B5-8C69-4302-AF80-246AC18E0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CA28-CBAA-4956-B0D0-FEFBBCE21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312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1A117B-FF2E-473E-AA71-E5A72E00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18A4EB9-C45B-4525-AF01-867D61D50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6DC30-228D-4703-8BF0-AF09D0795543}" type="datetimeFigureOut">
              <a:rPr lang="zh-CN" altLang="en-US" smtClean="0"/>
              <a:t>2021/7/24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73B562-C7B7-41EF-B07F-6ADD7E961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09A05E-7537-46EF-9E8C-E4D89D86A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CA28-CBAA-4956-B0D0-FEFBBCE21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677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ADBA9E-1CF1-43B2-A9B5-C1CF00428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6DC30-228D-4703-8BF0-AF09D0795543}" type="datetimeFigureOut">
              <a:rPr lang="zh-CN" altLang="en-US" smtClean="0"/>
              <a:t>2021/7/24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DE32B5F-E04F-4F96-8379-DB1B12528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9BDA01-AE45-452A-9B0E-12E2E5760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CA28-CBAA-4956-B0D0-FEFBBCE21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082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6CC351-135E-4D79-8BC7-5543F2D5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B87AA4-AAE8-4FE4-BDDE-B10BA26DD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141059-1959-4EA8-BA13-C8AF24F47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142606-748F-4770-80A4-19D57A4B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6DC30-228D-4703-8BF0-AF09D0795543}" type="datetimeFigureOut">
              <a:rPr lang="zh-CN" altLang="en-US" smtClean="0"/>
              <a:t>2021/7/24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3C529B-A8C5-4FBC-B910-8B8DE20C5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EE7423-993D-47B2-9603-75198C68F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CA28-CBAA-4956-B0D0-FEFBBCE21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416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0456ED-66A4-4B80-BA83-0BF5D7A8F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FE5E148-E653-40FF-B9F8-CFDC99CF56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68E279-794C-41FC-9079-36BC47E16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EB97E7-1BBD-4A4E-A62A-44C61A6A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6DC30-228D-4703-8BF0-AF09D0795543}" type="datetimeFigureOut">
              <a:rPr lang="zh-CN" altLang="en-US" smtClean="0"/>
              <a:t>2021/7/24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DC7BC0-8DBA-4551-A7BB-3A21D75F4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737622-2592-4409-B280-8FA048F1E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CA28-CBAA-4956-B0D0-FEFBBCE21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434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FDD52B-9EDB-433F-B92D-9B051A76D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91DCF6B-467B-4172-A03D-2DE7C51020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DC007E-E983-4DE5-BE17-604D0FDCE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6DC30-228D-4703-8BF0-AF09D0795543}" type="datetimeFigureOut">
              <a:rPr lang="zh-CN" altLang="en-US" smtClean="0"/>
              <a:t>2021/7/24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D5B68F-C86B-441A-ABBA-E209C4FB1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F75320-F96D-46A8-B341-F3E9ED9D3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CA28-CBAA-4956-B0D0-FEFBBCE21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45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95BB777-EB31-4372-A867-DA42AA3A46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8D61A7-06DC-4F82-9B5C-AC3D248BE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EED25B-9F1F-4959-82EE-8FC2E7DD8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6DC30-228D-4703-8BF0-AF09D0795543}" type="datetimeFigureOut">
              <a:rPr lang="zh-CN" altLang="en-US" smtClean="0"/>
              <a:t>2021/7/24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9BD489-7108-44B1-AC9D-8D69B7362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15F579-2126-46B0-B4F3-81D1F7B07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CA28-CBAA-4956-B0D0-FEFBBCE21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390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427B83F-1710-4787-82D2-02F684263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BAEF4F-6B98-4ADA-A51F-0CD224F63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CB0F6B-554D-496F-B3F6-A648595D1A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6DC30-228D-4703-8BF0-AF09D0795543}" type="datetimeFigureOut">
              <a:rPr lang="zh-CN" altLang="en-US" smtClean="0"/>
              <a:t>2021/7/24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CF2EE7-0E9F-4A6F-B45B-23B9C8FA8A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B5A064-EA8B-4055-B3DB-CACA59F38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4CA28-CBAA-4956-B0D0-FEFBBCE21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20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8AE2E1F-33B9-466F-90E2-773994CB67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FE1C3B2-8021-4A08-9E84-A82490DE8179}"/>
              </a:ext>
            </a:extLst>
          </p:cNvPr>
          <p:cNvSpPr txBox="1"/>
          <p:nvPr/>
        </p:nvSpPr>
        <p:spPr>
          <a:xfrm flipH="1">
            <a:off x="6043563" y="595430"/>
            <a:ext cx="3831300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The class will start soon.</a:t>
            </a: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课程很快就会开始</a:t>
            </a: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1DAE2F5-C855-42FD-B5CA-55410795A904}"/>
              </a:ext>
            </a:extLst>
          </p:cNvPr>
          <p:cNvSpPr txBox="1"/>
          <p:nvPr/>
        </p:nvSpPr>
        <p:spPr>
          <a:xfrm flipH="1">
            <a:off x="4721431" y="1653148"/>
            <a:ext cx="3264835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Things to do before class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上课前要做的事情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42145E-0BDB-484A-B034-148CB79924A3}"/>
              </a:ext>
            </a:extLst>
          </p:cNvPr>
          <p:cNvSpPr txBox="1"/>
          <p:nvPr/>
        </p:nvSpPr>
        <p:spPr>
          <a:xfrm flipH="1">
            <a:off x="4515876" y="2847459"/>
            <a:ext cx="3179569" cy="1782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b="1" dirty="0">
                <a:solidFill>
                  <a:srgbClr val="C0000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1. Check your microphone and camera settings, make sure that both are working well.</a:t>
            </a:r>
          </a:p>
          <a:p>
            <a:pPr>
              <a:lnSpc>
                <a:spcPct val="150000"/>
              </a:lnSpc>
            </a:pP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检查麦克风和摄像头的设置，确保两者正常工作</a:t>
            </a:r>
            <a:endParaRPr lang="en-US" altLang="zh-CN" sz="15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D4FCF9-0ABA-45E7-8FD5-5EDACE03DC97}"/>
              </a:ext>
            </a:extLst>
          </p:cNvPr>
          <p:cNvSpPr txBox="1"/>
          <p:nvPr/>
        </p:nvSpPr>
        <p:spPr>
          <a:xfrm flipH="1">
            <a:off x="4515877" y="4750899"/>
            <a:ext cx="3470389" cy="1090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b="1" dirty="0">
                <a:solidFill>
                  <a:srgbClr val="C0000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2. Please make sure that you have a good internet connection. </a:t>
            </a:r>
          </a:p>
          <a:p>
            <a:pPr>
              <a:lnSpc>
                <a:spcPct val="150000"/>
              </a:lnSpc>
            </a:pP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请确保您拥有良好的网络连接。</a:t>
            </a:r>
            <a:endParaRPr lang="en-US" altLang="zh-CN" sz="15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3535E4-3092-460F-A2AD-6FB47770C326}"/>
              </a:ext>
            </a:extLst>
          </p:cNvPr>
          <p:cNvSpPr txBox="1"/>
          <p:nvPr/>
        </p:nvSpPr>
        <p:spPr>
          <a:xfrm flipH="1">
            <a:off x="8130878" y="1684671"/>
            <a:ext cx="3264835" cy="876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Things to do during the class 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上课中要做的事情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CB6A5F0-1052-4EE3-9914-B43655B4C1B7}"/>
              </a:ext>
            </a:extLst>
          </p:cNvPr>
          <p:cNvSpPr txBox="1"/>
          <p:nvPr/>
        </p:nvSpPr>
        <p:spPr>
          <a:xfrm flipH="1">
            <a:off x="8174865" y="4750899"/>
            <a:ext cx="3710953" cy="1092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b="1" dirty="0">
                <a:solidFill>
                  <a:srgbClr val="C0000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3. Just ask if you have </a:t>
            </a:r>
          </a:p>
          <a:p>
            <a:pPr>
              <a:lnSpc>
                <a:spcPct val="150000"/>
              </a:lnSpc>
            </a:pPr>
            <a:r>
              <a:rPr lang="en-US" altLang="zh-CN" sz="1500" b="1" dirty="0">
                <a:solidFill>
                  <a:srgbClr val="C0000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questions.</a:t>
            </a:r>
            <a:r>
              <a:rPr lang="zh-CN" altLang="en-US" sz="1500" b="1" dirty="0">
                <a:solidFill>
                  <a:srgbClr val="C0000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 </a:t>
            </a:r>
            <a:endParaRPr lang="en-US" altLang="zh-CN" sz="1500" b="1" dirty="0">
              <a:solidFill>
                <a:srgbClr val="C00000"/>
              </a:solidFill>
              <a:latin typeface="Comic Sans MS" panose="030F0702030302020204" pitchFamily="66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b="1" dirty="0">
                <a:solidFill>
                  <a:srgbClr val="00206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如果您有问题请大胆提出</a:t>
            </a:r>
            <a:endParaRPr lang="en-US" altLang="zh-CN" sz="1500" b="1" dirty="0">
              <a:solidFill>
                <a:srgbClr val="002060"/>
              </a:solidFill>
              <a:latin typeface="Comic Sans MS" panose="030F0702030302020204" pitchFamily="66" charset="0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E10F381-2AD1-4D80-937F-6ED12CB637D2}"/>
              </a:ext>
            </a:extLst>
          </p:cNvPr>
          <p:cNvSpPr txBox="1"/>
          <p:nvPr/>
        </p:nvSpPr>
        <p:spPr>
          <a:xfrm flipH="1">
            <a:off x="8146346" y="3797567"/>
            <a:ext cx="3008520" cy="746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b="1" dirty="0">
                <a:solidFill>
                  <a:srgbClr val="C0000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2. Relax and enjoy the class! </a:t>
            </a:r>
            <a:r>
              <a:rPr lang="zh-CN" altLang="en-US" sz="1500" b="1" dirty="0">
                <a:solidFill>
                  <a:srgbClr val="00206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请放松并享受学习的快乐！</a:t>
            </a:r>
            <a:endParaRPr lang="en-US" altLang="zh-CN" sz="1500" b="1" dirty="0">
              <a:solidFill>
                <a:srgbClr val="002060"/>
              </a:solidFill>
              <a:latin typeface="Comic Sans MS" panose="030F0702030302020204" pitchFamily="66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DA9BC9-FE7E-41E7-B7C3-6E390AB5611F}"/>
              </a:ext>
            </a:extLst>
          </p:cNvPr>
          <p:cNvSpPr txBox="1"/>
          <p:nvPr/>
        </p:nvSpPr>
        <p:spPr>
          <a:xfrm flipH="1">
            <a:off x="8146346" y="2878618"/>
            <a:ext cx="2706120" cy="746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b="1" dirty="0">
                <a:solidFill>
                  <a:srgbClr val="C0000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1. Don’t be shy to speak! </a:t>
            </a:r>
            <a:r>
              <a:rPr lang="zh-CN" altLang="en-US" sz="1500" b="1" dirty="0">
                <a:solidFill>
                  <a:srgbClr val="00206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不要害羞，大声说英语吧！</a:t>
            </a:r>
            <a:endParaRPr lang="en-US" altLang="zh-CN" sz="1500" b="1" dirty="0">
              <a:solidFill>
                <a:srgbClr val="002060"/>
              </a:solidFill>
              <a:latin typeface="Comic Sans MS" panose="030F0702030302020204" pitchFamily="66" charset="0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B0B22EA-8D18-4AFA-B7E2-BFE28C039EBE}"/>
              </a:ext>
            </a:extLst>
          </p:cNvPr>
          <p:cNvCxnSpPr>
            <a:cxnSpLocks/>
          </p:cNvCxnSpPr>
          <p:nvPr/>
        </p:nvCxnSpPr>
        <p:spPr>
          <a:xfrm>
            <a:off x="4515877" y="1630264"/>
            <a:ext cx="6176266" cy="0"/>
          </a:xfrm>
          <a:prstGeom prst="line">
            <a:avLst/>
          </a:prstGeom>
          <a:ln>
            <a:solidFill>
              <a:srgbClr val="FFB9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C6E1E2A-E17E-475C-B84E-B7DFE3FF939E}"/>
              </a:ext>
            </a:extLst>
          </p:cNvPr>
          <p:cNvCxnSpPr>
            <a:cxnSpLocks/>
          </p:cNvCxnSpPr>
          <p:nvPr/>
        </p:nvCxnSpPr>
        <p:spPr>
          <a:xfrm>
            <a:off x="7959213" y="1805188"/>
            <a:ext cx="0" cy="4073042"/>
          </a:xfrm>
          <a:prstGeom prst="line">
            <a:avLst/>
          </a:prstGeom>
          <a:ln>
            <a:solidFill>
              <a:srgbClr val="FFB9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339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132</Words>
  <Application>Microsoft Office PowerPoint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微软雅黑</vt:lpstr>
      <vt:lpstr>Arial</vt:lpstr>
      <vt:lpstr>Comic Sans MS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Yingzhen Zheng</dc:creator>
  <cp:lastModifiedBy>Cong Li</cp:lastModifiedBy>
  <cp:revision>10</cp:revision>
  <dcterms:created xsi:type="dcterms:W3CDTF">2021-03-16T03:57:05Z</dcterms:created>
  <dcterms:modified xsi:type="dcterms:W3CDTF">2021-07-24T09:16:49Z</dcterms:modified>
</cp:coreProperties>
</file>