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049" autoAdjust="0"/>
  </p:normalViewPr>
  <p:slideViewPr>
    <p:cSldViewPr snapToGrid="0">
      <p:cViewPr varScale="1">
        <p:scale>
          <a:sx n="106" d="100"/>
          <a:sy n="106" d="100"/>
        </p:scale>
        <p:origin x="7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0963" y="0"/>
            <a:ext cx="12150074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562470" y="467381"/>
            <a:ext cx="4776186" cy="402630"/>
          </a:xfrm>
          <a:prstGeom prst="rect">
            <a:avLst/>
          </a:prstGeom>
          <a:solidFill>
            <a:srgbClr val="004AAD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70338" y="437863"/>
            <a:ext cx="316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Welcome to Acadsoc</a:t>
            </a:r>
            <a:endParaRPr lang="zh-CN" sz="2400" b="1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65730" y="2990850"/>
            <a:ext cx="7721600" cy="126047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Congratulations! </a:t>
            </a:r>
          </a:p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You finished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the class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.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恭喜你完成了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这节课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F6415E-7DB2-82F5-DCF8-029AA419DED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18705" y="4028974"/>
            <a:ext cx="5742305" cy="2499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073" y="16329"/>
            <a:ext cx="12150074" cy="68580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687195" y="1769745"/>
            <a:ext cx="9644834" cy="4166598"/>
          </a:xfrm>
          <a:prstGeom prst="roundRect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54605" y="1641475"/>
            <a:ext cx="2208530" cy="377825"/>
          </a:xfrm>
          <a:prstGeom prst="roundRect">
            <a:avLst/>
          </a:prstGeom>
          <a:solidFill>
            <a:srgbClr val="004AAD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834696" y="1894840"/>
            <a:ext cx="9334046" cy="3881846"/>
          </a:xfrm>
          <a:prstGeom prst="roundRect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sysDash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11450" y="1651000"/>
            <a:ext cx="19577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Strengths </a:t>
            </a:r>
            <a:r>
              <a:rPr lang="zh-CN" b="1">
                <a:solidFill>
                  <a:schemeClr val="bg1"/>
                </a:solidFill>
              </a:rPr>
              <a:t>优点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F31408-C2D8-0A90-8F02-030E404EECEC}"/>
              </a:ext>
            </a:extLst>
          </p:cNvPr>
          <p:cNvSpPr txBox="1"/>
          <p:nvPr/>
        </p:nvSpPr>
        <p:spPr>
          <a:xfrm>
            <a:off x="3132500" y="2605331"/>
            <a:ext cx="61382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You can communicate with me in simple sentences.</a:t>
            </a:r>
            <a:r>
              <a:rPr lang="en-US" altLang="en-MY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</a:t>
            </a:r>
            <a:r>
              <a:rPr lang="zh-CN" altLang="en-US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你可以和我进行简单的交流。</a:t>
            </a:r>
            <a:endParaRPr lang="zh-CN" altLang="en-US" sz="1800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1800" b="1" dirty="0">
                <a:latin typeface="微软雅黑 Light" panose="020B0502040204020203" charset="-122"/>
                <a:ea typeface="微软雅黑 Light" panose="020B0502040204020203" charset="-122"/>
              </a:rPr>
              <a:t>You can easily make sentences with new words. </a:t>
            </a:r>
            <a:r>
              <a:rPr lang="zh-CN" altLang="en-US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你可以轻易地用新单词造句。</a:t>
            </a:r>
          </a:p>
          <a:p>
            <a:endParaRPr lang="zh-CN" altLang="en-US" sz="1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endParaRPr lang="zh-CN" altLang="en-US" sz="1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1800" dirty="0">
                <a:latin typeface="微软雅黑 Light" panose="020B0502040204020203" charset="-122"/>
                <a:ea typeface="微软雅黑 Light" panose="020B0502040204020203" charset="-122"/>
              </a:rPr>
              <a:t>For example, you made a sentence with the word SLEEP, I have to sleep before 12 o’clock.</a:t>
            </a:r>
          </a:p>
          <a:p>
            <a:r>
              <a:rPr lang="zh-CN" altLang="en-US" sz="1800" dirty="0">
                <a:latin typeface="微软雅黑 Light" panose="020B0502040204020203" charset="-122"/>
                <a:ea typeface="微软雅黑 Light" panose="020B0502040204020203" charset="-122"/>
              </a:rPr>
              <a:t>例如用</a:t>
            </a:r>
            <a:r>
              <a:rPr lang="en-US" altLang="zh-CN" sz="1800" dirty="0">
                <a:latin typeface="微软雅黑 Light" panose="020B0502040204020203" charset="-122"/>
                <a:ea typeface="微软雅黑 Light" panose="020B0502040204020203" charset="-122"/>
              </a:rPr>
              <a:t>sleep</a:t>
            </a:r>
            <a:r>
              <a:rPr lang="zh-CN" altLang="en-US" sz="1800" dirty="0">
                <a:latin typeface="微软雅黑 Light" panose="020B0502040204020203" charset="-122"/>
                <a:ea typeface="微软雅黑 Light" panose="020B0502040204020203" charset="-122"/>
              </a:rPr>
              <a:t>这个单词说</a:t>
            </a:r>
            <a:r>
              <a:rPr lang="en-US" altLang="zh-CN" sz="1800" dirty="0">
                <a:latin typeface="微软雅黑 Light" panose="020B0502040204020203" charset="-122"/>
                <a:ea typeface="微软雅黑 Light" panose="020B0502040204020203" charset="-122"/>
              </a:rPr>
              <a:t>I have to sleep before 12 o’clock</a:t>
            </a:r>
            <a:r>
              <a:rPr lang="zh-CN" altLang="en-US" sz="18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>
            <a:extLst>
              <a:ext uri="{FF2B5EF4-FFF2-40B4-BE49-F238E27FC236}">
                <a16:creationId xmlns:a16="http://schemas.microsoft.com/office/drawing/2014/main" id="{A7F9E6C5-0E4D-1FAF-483D-D8639E6237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073" y="16329"/>
            <a:ext cx="12150074" cy="685800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1815729" y="1730877"/>
            <a:ext cx="9350503" cy="3804507"/>
          </a:xfrm>
          <a:prstGeom prst="roundRect">
            <a:avLst/>
          </a:prstGeom>
          <a:noFill/>
          <a:ln w="12700">
            <a:solidFill>
              <a:srgbClr val="CB0202"/>
            </a:solidFill>
            <a:prstDash val="sysDash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696273" y="1617732"/>
            <a:ext cx="9610635" cy="4048281"/>
          </a:xfrm>
          <a:prstGeom prst="roundRect">
            <a:avLst/>
          </a:prstGeom>
          <a:noFill/>
          <a:ln w="12700">
            <a:solidFill>
              <a:srgbClr val="CB0202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591383" y="1511960"/>
            <a:ext cx="3832225" cy="367030"/>
          </a:xfrm>
          <a:prstGeom prst="roundRect">
            <a:avLst/>
          </a:prstGeom>
          <a:solidFill>
            <a:srgbClr val="CB0202"/>
          </a:solidFill>
          <a:ln w="12700">
            <a:solidFill>
              <a:srgbClr val="CB0202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87573" y="1511960"/>
            <a:ext cx="3832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Areas for Improvement  </a:t>
            </a:r>
            <a:r>
              <a:rPr lang="zh-CN" sz="1500" b="1" dirty="0">
                <a:solidFill>
                  <a:schemeClr val="bg1"/>
                </a:solidFill>
              </a:rPr>
              <a:t>需要</a:t>
            </a:r>
            <a:r>
              <a:rPr lang="zh-CN" sz="1600" b="1" dirty="0">
                <a:solidFill>
                  <a:schemeClr val="bg1"/>
                </a:solidFill>
              </a:rPr>
              <a:t>提高的地方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11074E-5F20-4B30-BBA3-7193D1BEE77C}"/>
              </a:ext>
            </a:extLst>
          </p:cNvPr>
          <p:cNvSpPr txBox="1"/>
          <p:nvPr/>
        </p:nvSpPr>
        <p:spPr>
          <a:xfrm>
            <a:off x="1975819" y="1992135"/>
            <a:ext cx="9030321" cy="3131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However, you still have challenges in 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the following words/sentences</a:t>
            </a:r>
            <a:r>
              <a:rPr lang="en-US" altLang="zh-CN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不过，我发现下面这些单词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句子对你来说还是有一点挑战性哦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</a:p>
          <a:p>
            <a:pPr>
              <a:lnSpc>
                <a:spcPts val="3000"/>
              </a:lnSpc>
            </a:pPr>
            <a:endParaRPr lang="en-PH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So, please 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repeat after me</a:t>
            </a:r>
            <a:r>
              <a:rPr lang="en-PH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所以，请跟我再读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复习一下吧：</a:t>
            </a:r>
            <a:endParaRPr lang="en-PH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002060"/>
                </a:solidFill>
                <a:latin typeface="Comic Sans MS" panose="030F0702030302020204" pitchFamily="66" charset="0"/>
              </a:rPr>
              <a:t>#1.__________________________  #2.______________________________</a:t>
            </a: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002060"/>
                </a:solidFill>
                <a:latin typeface="Comic Sans MS" panose="030F0702030302020204" pitchFamily="66" charset="0"/>
              </a:rPr>
              <a:t>#3.__________________________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7DE233-0EF0-8ABC-9D50-36D2B8A545E4}"/>
              </a:ext>
            </a:extLst>
          </p:cNvPr>
          <p:cNvSpPr txBox="1"/>
          <p:nvPr/>
        </p:nvSpPr>
        <p:spPr>
          <a:xfrm>
            <a:off x="2137076" y="5927271"/>
            <a:ext cx="6188764" cy="45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Good Job! Great! </a:t>
            </a:r>
            <a:r>
              <a:rPr lang="zh-CN" altLang="en-US" sz="2400" b="1" dirty="0">
                <a:solidFill>
                  <a:srgbClr val="00206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你做得很好！  </a:t>
            </a:r>
            <a:endParaRPr lang="en-US" altLang="zh-CN" sz="2400" b="1" dirty="0">
              <a:solidFill>
                <a:srgbClr val="002060"/>
              </a:solidFill>
              <a:latin typeface="Comic Sans MS" panose="030F0702030302020204" pitchFamily="66" charset="0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50170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166</Words>
  <Application>Microsoft Office PowerPoint</Application>
  <PresentationFormat>宽屏</PresentationFormat>
  <Paragraphs>20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微软雅黑</vt:lpstr>
      <vt:lpstr>微软雅黑 Light</vt:lpstr>
      <vt:lpstr>Arial</vt:lpstr>
      <vt:lpstr>Calibri</vt:lpstr>
      <vt:lpstr>Comic Sans MS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Cong Li</dc:creator>
  <cp:lastModifiedBy>Lingling Li</cp:lastModifiedBy>
  <cp:revision>19</cp:revision>
  <dcterms:created xsi:type="dcterms:W3CDTF">2021-07-17T06:42:00Z</dcterms:created>
  <dcterms:modified xsi:type="dcterms:W3CDTF">2025-07-09T09:15:23Z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47FF935B34904B8C9978DB6AD7B6B2A0</vt:lpwstr>
  </property>
  <property fmtid="{D5CDD505-2E9C-101B-9397-08002B2CF9AE}" pid="3" name="KSOProductBuildVer">
    <vt:lpwstr>2052-11.1.0.10667</vt:lpwstr>
  </property>
</Properties>
</file>